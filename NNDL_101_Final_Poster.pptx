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93455" r:id="rId4"/>
  </p:sldMasterIdLst>
  <p:notesMasterIdLst>
    <p:notesMasterId r:id="rId6"/>
  </p:notesMasterIdLst>
  <p:sldIdLst>
    <p:sldId id="256" r:id="rId5"/>
  </p:sldIdLst>
  <p:sldSz cx="43891200" cy="32918400"/>
  <p:notesSz cx="9144000" cy="6858000"/>
  <p:defaultTextStyle>
    <a:defPPr>
      <a:defRPr lang="en-US"/>
    </a:defPPr>
    <a:lvl1pPr marL="0" algn="l" defTabSz="2194514" rtl="0" eaLnBrk="1" latinLnBrk="0" hangingPunct="1">
      <a:defRPr sz="8700" kern="1200">
        <a:solidFill>
          <a:schemeClr val="tx1"/>
        </a:solidFill>
        <a:latin typeface="+mn-lt"/>
        <a:ea typeface="+mn-ea"/>
        <a:cs typeface="+mn-cs"/>
      </a:defRPr>
    </a:lvl1pPr>
    <a:lvl2pPr marL="2194514" algn="l" defTabSz="2194514" rtl="0" eaLnBrk="1" latinLnBrk="0" hangingPunct="1">
      <a:defRPr sz="8700" kern="1200">
        <a:solidFill>
          <a:schemeClr val="tx1"/>
        </a:solidFill>
        <a:latin typeface="+mn-lt"/>
        <a:ea typeface="+mn-ea"/>
        <a:cs typeface="+mn-cs"/>
      </a:defRPr>
    </a:lvl2pPr>
    <a:lvl3pPr marL="4389028" algn="l" defTabSz="2194514" rtl="0" eaLnBrk="1" latinLnBrk="0" hangingPunct="1">
      <a:defRPr sz="8700" kern="1200">
        <a:solidFill>
          <a:schemeClr val="tx1"/>
        </a:solidFill>
        <a:latin typeface="+mn-lt"/>
        <a:ea typeface="+mn-ea"/>
        <a:cs typeface="+mn-cs"/>
      </a:defRPr>
    </a:lvl3pPr>
    <a:lvl4pPr marL="6583543" algn="l" defTabSz="2194514" rtl="0" eaLnBrk="1" latinLnBrk="0" hangingPunct="1">
      <a:defRPr sz="8700" kern="1200">
        <a:solidFill>
          <a:schemeClr val="tx1"/>
        </a:solidFill>
        <a:latin typeface="+mn-lt"/>
        <a:ea typeface="+mn-ea"/>
        <a:cs typeface="+mn-cs"/>
      </a:defRPr>
    </a:lvl4pPr>
    <a:lvl5pPr marL="8778057" algn="l" defTabSz="2194514" rtl="0" eaLnBrk="1" latinLnBrk="0" hangingPunct="1">
      <a:defRPr sz="8700" kern="1200">
        <a:solidFill>
          <a:schemeClr val="tx1"/>
        </a:solidFill>
        <a:latin typeface="+mn-lt"/>
        <a:ea typeface="+mn-ea"/>
        <a:cs typeface="+mn-cs"/>
      </a:defRPr>
    </a:lvl5pPr>
    <a:lvl6pPr marL="10972571" algn="l" defTabSz="2194514" rtl="0" eaLnBrk="1" latinLnBrk="0" hangingPunct="1">
      <a:defRPr sz="8700" kern="1200">
        <a:solidFill>
          <a:schemeClr val="tx1"/>
        </a:solidFill>
        <a:latin typeface="+mn-lt"/>
        <a:ea typeface="+mn-ea"/>
        <a:cs typeface="+mn-cs"/>
      </a:defRPr>
    </a:lvl6pPr>
    <a:lvl7pPr marL="13167085" algn="l" defTabSz="2194514" rtl="0" eaLnBrk="1" latinLnBrk="0" hangingPunct="1">
      <a:defRPr sz="8700" kern="1200">
        <a:solidFill>
          <a:schemeClr val="tx1"/>
        </a:solidFill>
        <a:latin typeface="+mn-lt"/>
        <a:ea typeface="+mn-ea"/>
        <a:cs typeface="+mn-cs"/>
      </a:defRPr>
    </a:lvl7pPr>
    <a:lvl8pPr marL="15361599" algn="l" defTabSz="2194514" rtl="0" eaLnBrk="1" latinLnBrk="0" hangingPunct="1">
      <a:defRPr sz="8700" kern="1200">
        <a:solidFill>
          <a:schemeClr val="tx1"/>
        </a:solidFill>
        <a:latin typeface="+mn-lt"/>
        <a:ea typeface="+mn-ea"/>
        <a:cs typeface="+mn-cs"/>
      </a:defRPr>
    </a:lvl8pPr>
    <a:lvl9pPr marL="17556115" algn="l" defTabSz="2194514" rtl="0" eaLnBrk="1" latinLnBrk="0" hangingPunct="1">
      <a:defRPr sz="87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368">
          <p15:clr>
            <a:srgbClr val="A4A3A4"/>
          </p15:clr>
        </p15:guide>
        <p15:guide id="2" pos="1382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834" autoAdjust="0"/>
    <p:restoredTop sz="94674"/>
  </p:normalViewPr>
  <p:slideViewPr>
    <p:cSldViewPr snapToGrid="0" snapToObjects="1">
      <p:cViewPr>
        <p:scale>
          <a:sx n="29" d="100"/>
          <a:sy n="29" d="100"/>
        </p:scale>
        <p:origin x="1880" y="680"/>
      </p:cViewPr>
      <p:guideLst>
        <p:guide orient="horz" pos="10368"/>
        <p:guide pos="13824"/>
      </p:guideLst>
    </p:cSldViewPr>
  </p:slideViewPr>
  <p:notesTextViewPr>
    <p:cViewPr>
      <p:scale>
        <a:sx n="100" d="100"/>
        <a:sy n="100" d="100"/>
      </p:scale>
      <p:origin x="0" y="0"/>
    </p:cViewPr>
  </p:notesTextViewPr>
  <p:sorterViewPr>
    <p:cViewPr>
      <p:scale>
        <a:sx n="149" d="100"/>
        <a:sy n="149"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79484" y="0"/>
            <a:ext cx="3962400" cy="342900"/>
          </a:xfrm>
          <a:prstGeom prst="rect">
            <a:avLst/>
          </a:prstGeom>
        </p:spPr>
        <p:txBody>
          <a:bodyPr vert="horz" lIns="91440" tIns="45720" rIns="91440" bIns="45720" rtlCol="0"/>
          <a:lstStyle>
            <a:lvl1pPr algn="r">
              <a:defRPr sz="1200"/>
            </a:lvl1pPr>
          </a:lstStyle>
          <a:p>
            <a:fld id="{CF7263C8-1F4A-D143-B9CC-F49476357AC0}" type="datetimeFigureOut">
              <a:rPr lang="en-US" smtClean="0"/>
              <a:t>4/28/26</a:t>
            </a:fld>
            <a:endParaRPr lang="en-US"/>
          </a:p>
        </p:txBody>
      </p:sp>
      <p:sp>
        <p:nvSpPr>
          <p:cNvPr id="4" name="Slide Image Placeholder 3"/>
          <p:cNvSpPr>
            <a:spLocks noGrp="1" noRot="1" noChangeAspect="1"/>
          </p:cNvSpPr>
          <p:nvPr>
            <p:ph type="sldImg" idx="2"/>
          </p:nvPr>
        </p:nvSpPr>
        <p:spPr>
          <a:xfrm>
            <a:off x="2857500" y="514350"/>
            <a:ext cx="3429000" cy="25717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257550"/>
            <a:ext cx="7315200" cy="30861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910"/>
            <a:ext cx="3962400" cy="3429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79484" y="6513910"/>
            <a:ext cx="3962400" cy="342900"/>
          </a:xfrm>
          <a:prstGeom prst="rect">
            <a:avLst/>
          </a:prstGeom>
        </p:spPr>
        <p:txBody>
          <a:bodyPr vert="horz" lIns="91440" tIns="45720" rIns="91440" bIns="45720" rtlCol="0" anchor="b"/>
          <a:lstStyle>
            <a:lvl1pPr algn="r">
              <a:defRPr sz="1200"/>
            </a:lvl1pPr>
          </a:lstStyle>
          <a:p>
            <a:fld id="{7531B56C-B07E-3E41-B87D-461E056AF03A}" type="slidenum">
              <a:rPr lang="en-US" smtClean="0"/>
              <a:t>‹#›</a:t>
            </a:fld>
            <a:endParaRPr lang="en-US"/>
          </a:p>
        </p:txBody>
      </p:sp>
    </p:spTree>
    <p:extLst>
      <p:ext uri="{BB962C8B-B14F-4D97-AF65-F5344CB8AC3E}">
        <p14:creationId xmlns:p14="http://schemas.microsoft.com/office/powerpoint/2010/main" val="1495928661"/>
      </p:ext>
    </p:extLst>
  </p:cSld>
  <p:clrMap bg1="lt1" tx1="dk1" bg2="lt2" tx2="dk2" accent1="accent1" accent2="accent2" accent3="accent3" accent4="accent4" accent5="accent5" accent6="accent6" hlink="hlink" folHlink="folHlink"/>
  <p:notesStyle>
    <a:lvl1pPr marL="0" algn="l" defTabSz="2194514" rtl="0" eaLnBrk="1" latinLnBrk="0" hangingPunct="1">
      <a:defRPr sz="5700" kern="1200">
        <a:solidFill>
          <a:schemeClr val="tx1"/>
        </a:solidFill>
        <a:latin typeface="+mn-lt"/>
        <a:ea typeface="+mn-ea"/>
        <a:cs typeface="+mn-cs"/>
      </a:defRPr>
    </a:lvl1pPr>
    <a:lvl2pPr marL="2194514" algn="l" defTabSz="2194514" rtl="0" eaLnBrk="1" latinLnBrk="0" hangingPunct="1">
      <a:defRPr sz="5700" kern="1200">
        <a:solidFill>
          <a:schemeClr val="tx1"/>
        </a:solidFill>
        <a:latin typeface="+mn-lt"/>
        <a:ea typeface="+mn-ea"/>
        <a:cs typeface="+mn-cs"/>
      </a:defRPr>
    </a:lvl2pPr>
    <a:lvl3pPr marL="4389028" algn="l" defTabSz="2194514" rtl="0" eaLnBrk="1" latinLnBrk="0" hangingPunct="1">
      <a:defRPr sz="5700" kern="1200">
        <a:solidFill>
          <a:schemeClr val="tx1"/>
        </a:solidFill>
        <a:latin typeface="+mn-lt"/>
        <a:ea typeface="+mn-ea"/>
        <a:cs typeface="+mn-cs"/>
      </a:defRPr>
    </a:lvl3pPr>
    <a:lvl4pPr marL="6583543" algn="l" defTabSz="2194514" rtl="0" eaLnBrk="1" latinLnBrk="0" hangingPunct="1">
      <a:defRPr sz="5700" kern="1200">
        <a:solidFill>
          <a:schemeClr val="tx1"/>
        </a:solidFill>
        <a:latin typeface="+mn-lt"/>
        <a:ea typeface="+mn-ea"/>
        <a:cs typeface="+mn-cs"/>
      </a:defRPr>
    </a:lvl4pPr>
    <a:lvl5pPr marL="8778057" algn="l" defTabSz="2194514" rtl="0" eaLnBrk="1" latinLnBrk="0" hangingPunct="1">
      <a:defRPr sz="5700" kern="1200">
        <a:solidFill>
          <a:schemeClr val="tx1"/>
        </a:solidFill>
        <a:latin typeface="+mn-lt"/>
        <a:ea typeface="+mn-ea"/>
        <a:cs typeface="+mn-cs"/>
      </a:defRPr>
    </a:lvl5pPr>
    <a:lvl6pPr marL="10972571" algn="l" defTabSz="2194514" rtl="0" eaLnBrk="1" latinLnBrk="0" hangingPunct="1">
      <a:defRPr sz="5700" kern="1200">
        <a:solidFill>
          <a:schemeClr val="tx1"/>
        </a:solidFill>
        <a:latin typeface="+mn-lt"/>
        <a:ea typeface="+mn-ea"/>
        <a:cs typeface="+mn-cs"/>
      </a:defRPr>
    </a:lvl6pPr>
    <a:lvl7pPr marL="13167085" algn="l" defTabSz="2194514" rtl="0" eaLnBrk="1" latinLnBrk="0" hangingPunct="1">
      <a:defRPr sz="5700" kern="1200">
        <a:solidFill>
          <a:schemeClr val="tx1"/>
        </a:solidFill>
        <a:latin typeface="+mn-lt"/>
        <a:ea typeface="+mn-ea"/>
        <a:cs typeface="+mn-cs"/>
      </a:defRPr>
    </a:lvl7pPr>
    <a:lvl8pPr marL="15361599" algn="l" defTabSz="2194514" rtl="0" eaLnBrk="1" latinLnBrk="0" hangingPunct="1">
      <a:defRPr sz="5700" kern="1200">
        <a:solidFill>
          <a:schemeClr val="tx1"/>
        </a:solidFill>
        <a:latin typeface="+mn-lt"/>
        <a:ea typeface="+mn-ea"/>
        <a:cs typeface="+mn-cs"/>
      </a:defRPr>
    </a:lvl8pPr>
    <a:lvl9pPr marL="17556115" algn="l" defTabSz="2194514" rtl="0" eaLnBrk="1" latinLnBrk="0" hangingPunct="1">
      <a:defRPr sz="57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857500" y="514350"/>
            <a:ext cx="3429000" cy="2571750"/>
          </a:xfrm>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531B56C-B07E-3E41-B87D-461E056AF03A}" type="slidenum">
              <a:rPr lang="en-US" smtClean="0"/>
              <a:t>1</a:t>
            </a:fld>
            <a:endParaRPr lang="en-US"/>
          </a:p>
        </p:txBody>
      </p:sp>
    </p:spTree>
    <p:extLst>
      <p:ext uri="{BB962C8B-B14F-4D97-AF65-F5344CB8AC3E}">
        <p14:creationId xmlns:p14="http://schemas.microsoft.com/office/powerpoint/2010/main" val="28937137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91840" y="10226042"/>
            <a:ext cx="37307520" cy="7056120"/>
          </a:xfrm>
        </p:spPr>
        <p:txBody>
          <a:bodyPr/>
          <a:lstStyle/>
          <a:p>
            <a:r>
              <a:rPr lang="en-US"/>
              <a:t>Click to edit Master title style</a:t>
            </a:r>
            <a:endParaRPr lang="en-US" dirty="0"/>
          </a:p>
        </p:txBody>
      </p:sp>
      <p:sp>
        <p:nvSpPr>
          <p:cNvPr id="3" name="Subtitle 2"/>
          <p:cNvSpPr>
            <a:spLocks noGrp="1"/>
          </p:cNvSpPr>
          <p:nvPr>
            <p:ph type="subTitle" idx="1"/>
          </p:nvPr>
        </p:nvSpPr>
        <p:spPr>
          <a:xfrm>
            <a:off x="6583680" y="18653760"/>
            <a:ext cx="30723840" cy="8412480"/>
          </a:xfrm>
        </p:spPr>
        <p:txBody>
          <a:bodyPr/>
          <a:lstStyle>
            <a:lvl1pPr marL="0" indent="0" algn="ctr">
              <a:buNone/>
              <a:defRPr>
                <a:solidFill>
                  <a:schemeClr val="tx1">
                    <a:tint val="75000"/>
                  </a:schemeClr>
                </a:solidFill>
              </a:defRPr>
            </a:lvl1pPr>
            <a:lvl2pPr marL="2194514" indent="0" algn="ctr">
              <a:buNone/>
              <a:defRPr>
                <a:solidFill>
                  <a:schemeClr val="tx1">
                    <a:tint val="75000"/>
                  </a:schemeClr>
                </a:solidFill>
              </a:defRPr>
            </a:lvl2pPr>
            <a:lvl3pPr marL="4389028" indent="0" algn="ctr">
              <a:buNone/>
              <a:defRPr>
                <a:solidFill>
                  <a:schemeClr val="tx1">
                    <a:tint val="75000"/>
                  </a:schemeClr>
                </a:solidFill>
              </a:defRPr>
            </a:lvl3pPr>
            <a:lvl4pPr marL="6583543" indent="0" algn="ctr">
              <a:buNone/>
              <a:defRPr>
                <a:solidFill>
                  <a:schemeClr val="tx1">
                    <a:tint val="75000"/>
                  </a:schemeClr>
                </a:solidFill>
              </a:defRPr>
            </a:lvl4pPr>
            <a:lvl5pPr marL="8778057" indent="0" algn="ctr">
              <a:buNone/>
              <a:defRPr>
                <a:solidFill>
                  <a:schemeClr val="tx1">
                    <a:tint val="75000"/>
                  </a:schemeClr>
                </a:solidFill>
              </a:defRPr>
            </a:lvl5pPr>
            <a:lvl6pPr marL="10972571" indent="0" algn="ctr">
              <a:buNone/>
              <a:defRPr>
                <a:solidFill>
                  <a:schemeClr val="tx1">
                    <a:tint val="75000"/>
                  </a:schemeClr>
                </a:solidFill>
              </a:defRPr>
            </a:lvl6pPr>
            <a:lvl7pPr marL="13167085" indent="0" algn="ctr">
              <a:buNone/>
              <a:defRPr>
                <a:solidFill>
                  <a:schemeClr val="tx1">
                    <a:tint val="75000"/>
                  </a:schemeClr>
                </a:solidFill>
              </a:defRPr>
            </a:lvl7pPr>
            <a:lvl8pPr marL="15361599" indent="0" algn="ctr">
              <a:buNone/>
              <a:defRPr>
                <a:solidFill>
                  <a:schemeClr val="tx1">
                    <a:tint val="75000"/>
                  </a:schemeClr>
                </a:solidFill>
              </a:defRPr>
            </a:lvl8pPr>
            <a:lvl9pPr marL="17556115" indent="0" algn="ctr">
              <a:buNone/>
              <a:defRPr>
                <a:solidFill>
                  <a:schemeClr val="tx1">
                    <a:tint val="75000"/>
                  </a:schemeClr>
                </a:solidFill>
              </a:defRPr>
            </a:lvl9pPr>
          </a:lstStyle>
          <a:p>
            <a:r>
              <a:rPr lang="en-US"/>
              <a:t>Click to edit Master subtitle style</a:t>
            </a:r>
          </a:p>
        </p:txBody>
      </p:sp>
    </p:spTree>
    <p:extLst>
      <p:ext uri="{BB962C8B-B14F-4D97-AF65-F5344CB8AC3E}">
        <p14:creationId xmlns:p14="http://schemas.microsoft.com/office/powerpoint/2010/main" val="17283514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203822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467101" y="21153122"/>
            <a:ext cx="37307520" cy="6537960"/>
          </a:xfrm>
        </p:spPr>
        <p:txBody>
          <a:bodyPr anchor="t"/>
          <a:lstStyle>
            <a:lvl1pPr algn="l">
              <a:defRPr sz="19200" b="1" cap="all"/>
            </a:lvl1pPr>
          </a:lstStyle>
          <a:p>
            <a:r>
              <a:rPr lang="en-US"/>
              <a:t>Click to edit Master title style</a:t>
            </a:r>
          </a:p>
        </p:txBody>
      </p:sp>
      <p:sp>
        <p:nvSpPr>
          <p:cNvPr id="3" name="Text Placeholder 2"/>
          <p:cNvSpPr>
            <a:spLocks noGrp="1"/>
          </p:cNvSpPr>
          <p:nvPr>
            <p:ph type="body" idx="1"/>
          </p:nvPr>
        </p:nvSpPr>
        <p:spPr>
          <a:xfrm>
            <a:off x="3467101" y="13952226"/>
            <a:ext cx="37307520" cy="7200898"/>
          </a:xfrm>
        </p:spPr>
        <p:txBody>
          <a:bodyPr anchor="b"/>
          <a:lstStyle>
            <a:lvl1pPr marL="0" indent="0">
              <a:buNone/>
              <a:defRPr sz="9700">
                <a:solidFill>
                  <a:schemeClr val="tx1">
                    <a:tint val="75000"/>
                  </a:schemeClr>
                </a:solidFill>
              </a:defRPr>
            </a:lvl1pPr>
            <a:lvl2pPr marL="2194514" indent="0">
              <a:buNone/>
              <a:defRPr sz="8700">
                <a:solidFill>
                  <a:schemeClr val="tx1">
                    <a:tint val="75000"/>
                  </a:schemeClr>
                </a:solidFill>
              </a:defRPr>
            </a:lvl2pPr>
            <a:lvl3pPr marL="4389028" indent="0">
              <a:buNone/>
              <a:defRPr sz="7700">
                <a:solidFill>
                  <a:schemeClr val="tx1">
                    <a:tint val="75000"/>
                  </a:schemeClr>
                </a:solidFill>
              </a:defRPr>
            </a:lvl3pPr>
            <a:lvl4pPr marL="6583543" indent="0">
              <a:buNone/>
              <a:defRPr sz="6700">
                <a:solidFill>
                  <a:schemeClr val="tx1">
                    <a:tint val="75000"/>
                  </a:schemeClr>
                </a:solidFill>
              </a:defRPr>
            </a:lvl4pPr>
            <a:lvl5pPr marL="8778057" indent="0">
              <a:buNone/>
              <a:defRPr sz="6700">
                <a:solidFill>
                  <a:schemeClr val="tx1">
                    <a:tint val="75000"/>
                  </a:schemeClr>
                </a:solidFill>
              </a:defRPr>
            </a:lvl5pPr>
            <a:lvl6pPr marL="10972571" indent="0">
              <a:buNone/>
              <a:defRPr sz="6700">
                <a:solidFill>
                  <a:schemeClr val="tx1">
                    <a:tint val="75000"/>
                  </a:schemeClr>
                </a:solidFill>
              </a:defRPr>
            </a:lvl6pPr>
            <a:lvl7pPr marL="13167085" indent="0">
              <a:buNone/>
              <a:defRPr sz="6700">
                <a:solidFill>
                  <a:schemeClr val="tx1">
                    <a:tint val="75000"/>
                  </a:schemeClr>
                </a:solidFill>
              </a:defRPr>
            </a:lvl7pPr>
            <a:lvl8pPr marL="15361599" indent="0">
              <a:buNone/>
              <a:defRPr sz="6700">
                <a:solidFill>
                  <a:schemeClr val="tx1">
                    <a:tint val="75000"/>
                  </a:schemeClr>
                </a:solidFill>
              </a:defRPr>
            </a:lvl8pPr>
            <a:lvl9pPr marL="17556115" indent="0">
              <a:buNone/>
              <a:defRPr sz="67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11223948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194560" y="7680964"/>
            <a:ext cx="19385280" cy="21724622"/>
          </a:xfrm>
        </p:spPr>
        <p:txBody>
          <a:bodyPr/>
          <a:lstStyle>
            <a:lvl1pPr>
              <a:defRPr sz="13400"/>
            </a:lvl1pPr>
            <a:lvl2pPr>
              <a:defRPr sz="11500"/>
            </a:lvl2pPr>
            <a:lvl3pPr>
              <a:defRPr sz="9700"/>
            </a:lvl3pPr>
            <a:lvl4pPr>
              <a:defRPr sz="8700"/>
            </a:lvl4pPr>
            <a:lvl5pPr>
              <a:defRPr sz="8700"/>
            </a:lvl5pPr>
            <a:lvl6pPr>
              <a:defRPr sz="8700"/>
            </a:lvl6pPr>
            <a:lvl7pPr>
              <a:defRPr sz="8700"/>
            </a:lvl7pPr>
            <a:lvl8pPr>
              <a:defRPr sz="8700"/>
            </a:lvl8pPr>
            <a:lvl9pPr>
              <a:defRPr sz="87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22311360" y="7680964"/>
            <a:ext cx="19385280" cy="21724622"/>
          </a:xfrm>
        </p:spPr>
        <p:txBody>
          <a:bodyPr/>
          <a:lstStyle>
            <a:lvl1pPr>
              <a:defRPr sz="13400"/>
            </a:lvl1pPr>
            <a:lvl2pPr>
              <a:defRPr sz="11500"/>
            </a:lvl2pPr>
            <a:lvl3pPr>
              <a:defRPr sz="9700"/>
            </a:lvl3pPr>
            <a:lvl4pPr>
              <a:defRPr sz="8700"/>
            </a:lvl4pPr>
            <a:lvl5pPr>
              <a:defRPr sz="8700"/>
            </a:lvl5pPr>
            <a:lvl6pPr>
              <a:defRPr sz="8700"/>
            </a:lvl6pPr>
            <a:lvl7pPr>
              <a:defRPr sz="8700"/>
            </a:lvl7pPr>
            <a:lvl8pPr>
              <a:defRPr sz="8700"/>
            </a:lvl8pPr>
            <a:lvl9pPr>
              <a:defRPr sz="87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605946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2194562" y="7368543"/>
            <a:ext cx="19392903" cy="3070858"/>
          </a:xfrm>
        </p:spPr>
        <p:txBody>
          <a:bodyPr anchor="b"/>
          <a:lstStyle>
            <a:lvl1pPr marL="0" indent="0">
              <a:buNone/>
              <a:defRPr sz="11500" b="1"/>
            </a:lvl1pPr>
            <a:lvl2pPr marL="2194514" indent="0">
              <a:buNone/>
              <a:defRPr sz="9700" b="1"/>
            </a:lvl2pPr>
            <a:lvl3pPr marL="4389028" indent="0">
              <a:buNone/>
              <a:defRPr sz="8700" b="1"/>
            </a:lvl3pPr>
            <a:lvl4pPr marL="6583543" indent="0">
              <a:buNone/>
              <a:defRPr sz="7700" b="1"/>
            </a:lvl4pPr>
            <a:lvl5pPr marL="8778057" indent="0">
              <a:buNone/>
              <a:defRPr sz="7700" b="1"/>
            </a:lvl5pPr>
            <a:lvl6pPr marL="10972571" indent="0">
              <a:buNone/>
              <a:defRPr sz="7700" b="1"/>
            </a:lvl6pPr>
            <a:lvl7pPr marL="13167085" indent="0">
              <a:buNone/>
              <a:defRPr sz="7700" b="1"/>
            </a:lvl7pPr>
            <a:lvl8pPr marL="15361599" indent="0">
              <a:buNone/>
              <a:defRPr sz="7700" b="1"/>
            </a:lvl8pPr>
            <a:lvl9pPr marL="17556115" indent="0">
              <a:buNone/>
              <a:defRPr sz="7700" b="1"/>
            </a:lvl9pPr>
          </a:lstStyle>
          <a:p>
            <a:pPr lvl="0"/>
            <a:r>
              <a:rPr lang="en-US"/>
              <a:t>Click to edit Master text styles</a:t>
            </a:r>
          </a:p>
        </p:txBody>
      </p:sp>
      <p:sp>
        <p:nvSpPr>
          <p:cNvPr id="4" name="Content Placeholder 3"/>
          <p:cNvSpPr>
            <a:spLocks noGrp="1"/>
          </p:cNvSpPr>
          <p:nvPr>
            <p:ph sz="half" idx="2"/>
          </p:nvPr>
        </p:nvSpPr>
        <p:spPr>
          <a:xfrm>
            <a:off x="2194562" y="10439401"/>
            <a:ext cx="19392903" cy="18966182"/>
          </a:xfrm>
        </p:spPr>
        <p:txBody>
          <a:bodyPr/>
          <a:lstStyle>
            <a:lvl1pPr>
              <a:defRPr sz="11500"/>
            </a:lvl1pPr>
            <a:lvl2pPr>
              <a:defRPr sz="9700"/>
            </a:lvl2pPr>
            <a:lvl3pPr>
              <a:defRPr sz="8700"/>
            </a:lvl3pPr>
            <a:lvl4pPr>
              <a:defRPr sz="7700"/>
            </a:lvl4pPr>
            <a:lvl5pPr>
              <a:defRPr sz="7700"/>
            </a:lvl5pPr>
            <a:lvl6pPr>
              <a:defRPr sz="7700"/>
            </a:lvl6pPr>
            <a:lvl7pPr>
              <a:defRPr sz="7700"/>
            </a:lvl7pPr>
            <a:lvl8pPr>
              <a:defRPr sz="7700"/>
            </a:lvl8pPr>
            <a:lvl9pPr>
              <a:defRPr sz="77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22296123" y="7368543"/>
            <a:ext cx="19400520" cy="3070858"/>
          </a:xfrm>
        </p:spPr>
        <p:txBody>
          <a:bodyPr anchor="b"/>
          <a:lstStyle>
            <a:lvl1pPr marL="0" indent="0">
              <a:buNone/>
              <a:defRPr sz="11500" b="1"/>
            </a:lvl1pPr>
            <a:lvl2pPr marL="2194514" indent="0">
              <a:buNone/>
              <a:defRPr sz="9700" b="1"/>
            </a:lvl2pPr>
            <a:lvl3pPr marL="4389028" indent="0">
              <a:buNone/>
              <a:defRPr sz="8700" b="1"/>
            </a:lvl3pPr>
            <a:lvl4pPr marL="6583543" indent="0">
              <a:buNone/>
              <a:defRPr sz="7700" b="1"/>
            </a:lvl4pPr>
            <a:lvl5pPr marL="8778057" indent="0">
              <a:buNone/>
              <a:defRPr sz="7700" b="1"/>
            </a:lvl5pPr>
            <a:lvl6pPr marL="10972571" indent="0">
              <a:buNone/>
              <a:defRPr sz="7700" b="1"/>
            </a:lvl6pPr>
            <a:lvl7pPr marL="13167085" indent="0">
              <a:buNone/>
              <a:defRPr sz="7700" b="1"/>
            </a:lvl7pPr>
            <a:lvl8pPr marL="15361599" indent="0">
              <a:buNone/>
              <a:defRPr sz="7700" b="1"/>
            </a:lvl8pPr>
            <a:lvl9pPr marL="17556115" indent="0">
              <a:buNone/>
              <a:defRPr sz="7700" b="1"/>
            </a:lvl9pPr>
          </a:lstStyle>
          <a:p>
            <a:pPr lvl="0"/>
            <a:r>
              <a:rPr lang="en-US"/>
              <a:t>Click to edit Master text styles</a:t>
            </a:r>
          </a:p>
        </p:txBody>
      </p:sp>
      <p:sp>
        <p:nvSpPr>
          <p:cNvPr id="6" name="Content Placeholder 5"/>
          <p:cNvSpPr>
            <a:spLocks noGrp="1"/>
          </p:cNvSpPr>
          <p:nvPr>
            <p:ph sz="quarter" idx="4"/>
          </p:nvPr>
        </p:nvSpPr>
        <p:spPr>
          <a:xfrm>
            <a:off x="22296123" y="10439401"/>
            <a:ext cx="19400520" cy="18966182"/>
          </a:xfrm>
        </p:spPr>
        <p:txBody>
          <a:bodyPr/>
          <a:lstStyle>
            <a:lvl1pPr>
              <a:defRPr sz="11500"/>
            </a:lvl1pPr>
            <a:lvl2pPr>
              <a:defRPr sz="9700"/>
            </a:lvl2pPr>
            <a:lvl3pPr>
              <a:defRPr sz="8700"/>
            </a:lvl3pPr>
            <a:lvl4pPr>
              <a:defRPr sz="7700"/>
            </a:lvl4pPr>
            <a:lvl5pPr>
              <a:defRPr sz="7700"/>
            </a:lvl5pPr>
            <a:lvl6pPr>
              <a:defRPr sz="7700"/>
            </a:lvl6pPr>
            <a:lvl7pPr>
              <a:defRPr sz="7700"/>
            </a:lvl7pPr>
            <a:lvl8pPr>
              <a:defRPr sz="7700"/>
            </a:lvl8pPr>
            <a:lvl9pPr>
              <a:defRPr sz="77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868244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0847129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492246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94563" y="1310640"/>
            <a:ext cx="14439903" cy="5577840"/>
          </a:xfrm>
        </p:spPr>
        <p:txBody>
          <a:bodyPr anchor="b"/>
          <a:lstStyle>
            <a:lvl1pPr algn="l">
              <a:defRPr sz="9700" b="1"/>
            </a:lvl1pPr>
          </a:lstStyle>
          <a:p>
            <a:r>
              <a:rPr lang="en-US"/>
              <a:t>Click to edit Master title style</a:t>
            </a:r>
          </a:p>
        </p:txBody>
      </p:sp>
      <p:sp>
        <p:nvSpPr>
          <p:cNvPr id="3" name="Content Placeholder 2"/>
          <p:cNvSpPr>
            <a:spLocks noGrp="1"/>
          </p:cNvSpPr>
          <p:nvPr>
            <p:ph idx="1"/>
          </p:nvPr>
        </p:nvSpPr>
        <p:spPr>
          <a:xfrm>
            <a:off x="17160240" y="1310644"/>
            <a:ext cx="24536400" cy="28094942"/>
          </a:xfrm>
        </p:spPr>
        <p:txBody>
          <a:bodyPr/>
          <a:lstStyle>
            <a:lvl1pPr>
              <a:defRPr sz="15400"/>
            </a:lvl1pPr>
            <a:lvl2pPr>
              <a:defRPr sz="13400"/>
            </a:lvl2pPr>
            <a:lvl3pPr>
              <a:defRPr sz="11500"/>
            </a:lvl3pPr>
            <a:lvl4pPr>
              <a:defRPr sz="9700"/>
            </a:lvl4pPr>
            <a:lvl5pPr>
              <a:defRPr sz="9700"/>
            </a:lvl5pPr>
            <a:lvl6pPr>
              <a:defRPr sz="9700"/>
            </a:lvl6pPr>
            <a:lvl7pPr>
              <a:defRPr sz="9700"/>
            </a:lvl7pPr>
            <a:lvl8pPr>
              <a:defRPr sz="9700"/>
            </a:lvl8pPr>
            <a:lvl9pPr>
              <a:defRPr sz="97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194563" y="6888484"/>
            <a:ext cx="14439903" cy="22517102"/>
          </a:xfrm>
        </p:spPr>
        <p:txBody>
          <a:bodyPr/>
          <a:lstStyle>
            <a:lvl1pPr marL="0" indent="0">
              <a:buNone/>
              <a:defRPr sz="6700"/>
            </a:lvl1pPr>
            <a:lvl2pPr marL="2194514" indent="0">
              <a:buNone/>
              <a:defRPr sz="5700"/>
            </a:lvl2pPr>
            <a:lvl3pPr marL="4389028" indent="0">
              <a:buNone/>
              <a:defRPr sz="4800"/>
            </a:lvl3pPr>
            <a:lvl4pPr marL="6583543" indent="0">
              <a:buNone/>
              <a:defRPr sz="4300"/>
            </a:lvl4pPr>
            <a:lvl5pPr marL="8778057" indent="0">
              <a:buNone/>
              <a:defRPr sz="4300"/>
            </a:lvl5pPr>
            <a:lvl6pPr marL="10972571" indent="0">
              <a:buNone/>
              <a:defRPr sz="4300"/>
            </a:lvl6pPr>
            <a:lvl7pPr marL="13167085" indent="0">
              <a:buNone/>
              <a:defRPr sz="4300"/>
            </a:lvl7pPr>
            <a:lvl8pPr marL="15361599" indent="0">
              <a:buNone/>
              <a:defRPr sz="4300"/>
            </a:lvl8pPr>
            <a:lvl9pPr marL="17556115" indent="0">
              <a:buNone/>
              <a:defRPr sz="4300"/>
            </a:lvl9pPr>
          </a:lstStyle>
          <a:p>
            <a:pPr lvl="0"/>
            <a:r>
              <a:rPr lang="en-US"/>
              <a:t>Click to edit Master text styles</a:t>
            </a:r>
          </a:p>
        </p:txBody>
      </p:sp>
    </p:spTree>
    <p:extLst>
      <p:ext uri="{BB962C8B-B14F-4D97-AF65-F5344CB8AC3E}">
        <p14:creationId xmlns:p14="http://schemas.microsoft.com/office/powerpoint/2010/main" val="12182203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02983" y="23042881"/>
            <a:ext cx="26334720" cy="2720342"/>
          </a:xfrm>
        </p:spPr>
        <p:txBody>
          <a:bodyPr anchor="b"/>
          <a:lstStyle>
            <a:lvl1pPr algn="l">
              <a:defRPr sz="9700" b="1"/>
            </a:lvl1pPr>
          </a:lstStyle>
          <a:p>
            <a:r>
              <a:rPr lang="en-US"/>
              <a:t>Click to edit Master title style</a:t>
            </a:r>
          </a:p>
        </p:txBody>
      </p:sp>
      <p:sp>
        <p:nvSpPr>
          <p:cNvPr id="3" name="Picture Placeholder 2"/>
          <p:cNvSpPr>
            <a:spLocks noGrp="1"/>
          </p:cNvSpPr>
          <p:nvPr>
            <p:ph type="pic" idx="1"/>
          </p:nvPr>
        </p:nvSpPr>
        <p:spPr>
          <a:xfrm>
            <a:off x="8602983" y="4288280"/>
            <a:ext cx="26334720" cy="17955490"/>
          </a:xfrm>
        </p:spPr>
        <p:txBody>
          <a:bodyPr/>
          <a:lstStyle>
            <a:lvl1pPr marL="0" indent="0">
              <a:buNone/>
              <a:defRPr sz="15400"/>
            </a:lvl1pPr>
            <a:lvl2pPr marL="2194514" indent="0">
              <a:buNone/>
              <a:defRPr sz="13400"/>
            </a:lvl2pPr>
            <a:lvl3pPr marL="4389028" indent="0">
              <a:buNone/>
              <a:defRPr sz="11500"/>
            </a:lvl3pPr>
            <a:lvl4pPr marL="6583543" indent="0">
              <a:buNone/>
              <a:defRPr sz="9700"/>
            </a:lvl4pPr>
            <a:lvl5pPr marL="8778057" indent="0">
              <a:buNone/>
              <a:defRPr sz="9700"/>
            </a:lvl5pPr>
            <a:lvl6pPr marL="10972571" indent="0">
              <a:buNone/>
              <a:defRPr sz="9700"/>
            </a:lvl6pPr>
            <a:lvl7pPr marL="13167085" indent="0">
              <a:buNone/>
              <a:defRPr sz="9700"/>
            </a:lvl7pPr>
            <a:lvl8pPr marL="15361599" indent="0">
              <a:buNone/>
              <a:defRPr sz="9700"/>
            </a:lvl8pPr>
            <a:lvl9pPr marL="17556115" indent="0">
              <a:buNone/>
              <a:defRPr sz="9700"/>
            </a:lvl9pPr>
          </a:lstStyle>
          <a:p>
            <a:r>
              <a:rPr lang="en-US"/>
              <a:t>Click icon to add picture</a:t>
            </a:r>
          </a:p>
        </p:txBody>
      </p:sp>
      <p:sp>
        <p:nvSpPr>
          <p:cNvPr id="4" name="Text Placeholder 3"/>
          <p:cNvSpPr>
            <a:spLocks noGrp="1"/>
          </p:cNvSpPr>
          <p:nvPr>
            <p:ph type="body" sz="half" idx="2"/>
          </p:nvPr>
        </p:nvSpPr>
        <p:spPr>
          <a:xfrm>
            <a:off x="8602983" y="25763223"/>
            <a:ext cx="26334720" cy="3863338"/>
          </a:xfrm>
        </p:spPr>
        <p:txBody>
          <a:bodyPr/>
          <a:lstStyle>
            <a:lvl1pPr marL="0" indent="0">
              <a:buNone/>
              <a:defRPr sz="6700"/>
            </a:lvl1pPr>
            <a:lvl2pPr marL="2194514" indent="0">
              <a:buNone/>
              <a:defRPr sz="5700"/>
            </a:lvl2pPr>
            <a:lvl3pPr marL="4389028" indent="0">
              <a:buNone/>
              <a:defRPr sz="4800"/>
            </a:lvl3pPr>
            <a:lvl4pPr marL="6583543" indent="0">
              <a:buNone/>
              <a:defRPr sz="4300"/>
            </a:lvl4pPr>
            <a:lvl5pPr marL="8778057" indent="0">
              <a:buNone/>
              <a:defRPr sz="4300"/>
            </a:lvl5pPr>
            <a:lvl6pPr marL="10972571" indent="0">
              <a:buNone/>
              <a:defRPr sz="4300"/>
            </a:lvl6pPr>
            <a:lvl7pPr marL="13167085" indent="0">
              <a:buNone/>
              <a:defRPr sz="4300"/>
            </a:lvl7pPr>
            <a:lvl8pPr marL="15361599" indent="0">
              <a:buNone/>
              <a:defRPr sz="4300"/>
            </a:lvl8pPr>
            <a:lvl9pPr marL="17556115" indent="0">
              <a:buNone/>
              <a:defRPr sz="4300"/>
            </a:lvl9pPr>
          </a:lstStyle>
          <a:p>
            <a:pPr lvl="0"/>
            <a:r>
              <a:rPr lang="en-US"/>
              <a:t>Click to edit Master text styles</a:t>
            </a:r>
          </a:p>
        </p:txBody>
      </p:sp>
    </p:spTree>
    <p:extLst>
      <p:ext uri="{BB962C8B-B14F-4D97-AF65-F5344CB8AC3E}">
        <p14:creationId xmlns:p14="http://schemas.microsoft.com/office/powerpoint/2010/main" val="36159831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194560" y="2927144"/>
            <a:ext cx="39502080" cy="4987637"/>
          </a:xfrm>
          <a:prstGeom prst="rect">
            <a:avLst/>
          </a:prstGeom>
        </p:spPr>
        <p:txBody>
          <a:bodyPr vert="horz" lIns="438903" tIns="219451" rIns="438903" bIns="219451"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194560" y="8785861"/>
            <a:ext cx="39502080" cy="21724622"/>
          </a:xfrm>
          <a:prstGeom prst="rect">
            <a:avLst/>
          </a:prstGeom>
        </p:spPr>
        <p:txBody>
          <a:bodyPr vert="horz" lIns="438903" tIns="219451" rIns="438903" bIns="219451"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693843513"/>
      </p:ext>
    </p:extLst>
  </p:cSld>
  <p:clrMap bg1="lt1" tx1="dk1" bg2="lt2" tx2="dk2" accent1="accent1" accent2="accent2" accent3="accent3" accent4="accent4" accent5="accent5" accent6="accent6" hlink="hlink" folHlink="folHlink"/>
  <p:sldLayoutIdLst>
    <p:sldLayoutId id="2147493456" r:id="rId1"/>
    <p:sldLayoutId id="2147493457" r:id="rId2"/>
    <p:sldLayoutId id="2147493458" r:id="rId3"/>
    <p:sldLayoutId id="2147493459" r:id="rId4"/>
    <p:sldLayoutId id="2147493460" r:id="rId5"/>
    <p:sldLayoutId id="2147493461" r:id="rId6"/>
    <p:sldLayoutId id="2147493462" r:id="rId7"/>
    <p:sldLayoutId id="2147493463" r:id="rId8"/>
    <p:sldLayoutId id="2147493464" r:id="rId9"/>
  </p:sldLayoutIdLst>
  <p:txStyles>
    <p:titleStyle>
      <a:lvl1pPr algn="ctr" defTabSz="2194514" rtl="0" eaLnBrk="1" latinLnBrk="0" hangingPunct="1">
        <a:spcBef>
          <a:spcPct val="0"/>
        </a:spcBef>
        <a:buNone/>
        <a:defRPr sz="21100" b="1" kern="1200">
          <a:solidFill>
            <a:schemeClr val="tx1"/>
          </a:solidFill>
          <a:latin typeface="+mj-lt"/>
          <a:ea typeface="+mj-ea"/>
          <a:cs typeface="+mj-cs"/>
        </a:defRPr>
      </a:lvl1pPr>
    </p:titleStyle>
    <p:bodyStyle>
      <a:lvl1pPr marL="1645886" indent="-1645886" algn="l" defTabSz="2194514" rtl="0" eaLnBrk="1" latinLnBrk="0" hangingPunct="1">
        <a:spcBef>
          <a:spcPct val="20000"/>
        </a:spcBef>
        <a:buFont typeface="Arial"/>
        <a:buChar char="•"/>
        <a:defRPr sz="13400" kern="1200">
          <a:solidFill>
            <a:schemeClr val="tx1"/>
          </a:solidFill>
          <a:latin typeface="+mn-lt"/>
          <a:ea typeface="+mn-ea"/>
          <a:cs typeface="+mn-cs"/>
        </a:defRPr>
      </a:lvl1pPr>
      <a:lvl2pPr marL="3566086" indent="-1371572" algn="l" defTabSz="2194514" rtl="0" eaLnBrk="1" latinLnBrk="0" hangingPunct="1">
        <a:spcBef>
          <a:spcPct val="20000"/>
        </a:spcBef>
        <a:buFont typeface="Arial"/>
        <a:buChar char="–"/>
        <a:defRPr sz="11500" kern="1200">
          <a:solidFill>
            <a:schemeClr val="tx1"/>
          </a:solidFill>
          <a:latin typeface="+mn-lt"/>
          <a:ea typeface="+mn-ea"/>
          <a:cs typeface="+mn-cs"/>
        </a:defRPr>
      </a:lvl2pPr>
      <a:lvl3pPr marL="5486286" indent="-1097257" algn="l" defTabSz="2194514" rtl="0" eaLnBrk="1" latinLnBrk="0" hangingPunct="1">
        <a:spcBef>
          <a:spcPct val="20000"/>
        </a:spcBef>
        <a:buFont typeface="Arial"/>
        <a:buChar char="•"/>
        <a:defRPr sz="9700" kern="1200">
          <a:solidFill>
            <a:schemeClr val="tx1"/>
          </a:solidFill>
          <a:latin typeface="+mn-lt"/>
          <a:ea typeface="+mn-ea"/>
          <a:cs typeface="+mn-cs"/>
        </a:defRPr>
      </a:lvl3pPr>
      <a:lvl4pPr marL="7680800" indent="-1097257" algn="l" defTabSz="2194514" rtl="0" eaLnBrk="1" latinLnBrk="0" hangingPunct="1">
        <a:spcBef>
          <a:spcPct val="20000"/>
        </a:spcBef>
        <a:buFont typeface="Arial"/>
        <a:buChar char="–"/>
        <a:defRPr sz="8700" kern="1200">
          <a:solidFill>
            <a:schemeClr val="tx1"/>
          </a:solidFill>
          <a:latin typeface="+mn-lt"/>
          <a:ea typeface="+mn-ea"/>
          <a:cs typeface="+mn-cs"/>
        </a:defRPr>
      </a:lvl4pPr>
      <a:lvl5pPr marL="9875314" indent="-1097257" algn="l" defTabSz="2194514" rtl="0" eaLnBrk="1" latinLnBrk="0" hangingPunct="1">
        <a:spcBef>
          <a:spcPct val="20000"/>
        </a:spcBef>
        <a:buFont typeface="Arial"/>
        <a:buChar char="»"/>
        <a:defRPr sz="8700" kern="1200">
          <a:solidFill>
            <a:schemeClr val="tx1"/>
          </a:solidFill>
          <a:latin typeface="+mn-lt"/>
          <a:ea typeface="+mn-ea"/>
          <a:cs typeface="+mn-cs"/>
        </a:defRPr>
      </a:lvl5pPr>
      <a:lvl6pPr marL="12069828" indent="-1097257" algn="l" defTabSz="2194514" rtl="0" eaLnBrk="1" latinLnBrk="0" hangingPunct="1">
        <a:spcBef>
          <a:spcPct val="20000"/>
        </a:spcBef>
        <a:buFont typeface="Arial"/>
        <a:buChar char="•"/>
        <a:defRPr sz="9700" kern="1200">
          <a:solidFill>
            <a:schemeClr val="tx1"/>
          </a:solidFill>
          <a:latin typeface="+mn-lt"/>
          <a:ea typeface="+mn-ea"/>
          <a:cs typeface="+mn-cs"/>
        </a:defRPr>
      </a:lvl6pPr>
      <a:lvl7pPr marL="14264342" indent="-1097257" algn="l" defTabSz="2194514" rtl="0" eaLnBrk="1" latinLnBrk="0" hangingPunct="1">
        <a:spcBef>
          <a:spcPct val="20000"/>
        </a:spcBef>
        <a:buFont typeface="Arial"/>
        <a:buChar char="•"/>
        <a:defRPr sz="9700" kern="1200">
          <a:solidFill>
            <a:schemeClr val="tx1"/>
          </a:solidFill>
          <a:latin typeface="+mn-lt"/>
          <a:ea typeface="+mn-ea"/>
          <a:cs typeface="+mn-cs"/>
        </a:defRPr>
      </a:lvl7pPr>
      <a:lvl8pPr marL="16458858" indent="-1097257" algn="l" defTabSz="2194514" rtl="0" eaLnBrk="1" latinLnBrk="0" hangingPunct="1">
        <a:spcBef>
          <a:spcPct val="20000"/>
        </a:spcBef>
        <a:buFont typeface="Arial"/>
        <a:buChar char="•"/>
        <a:defRPr sz="9700" kern="1200">
          <a:solidFill>
            <a:schemeClr val="tx1"/>
          </a:solidFill>
          <a:latin typeface="+mn-lt"/>
          <a:ea typeface="+mn-ea"/>
          <a:cs typeface="+mn-cs"/>
        </a:defRPr>
      </a:lvl8pPr>
      <a:lvl9pPr marL="18653372" indent="-1097257" algn="l" defTabSz="2194514" rtl="0" eaLnBrk="1" latinLnBrk="0" hangingPunct="1">
        <a:spcBef>
          <a:spcPct val="20000"/>
        </a:spcBef>
        <a:buFont typeface="Arial"/>
        <a:buChar char="•"/>
        <a:defRPr sz="9700" kern="1200">
          <a:solidFill>
            <a:schemeClr val="tx1"/>
          </a:solidFill>
          <a:latin typeface="+mn-lt"/>
          <a:ea typeface="+mn-ea"/>
          <a:cs typeface="+mn-cs"/>
        </a:defRPr>
      </a:lvl9pPr>
    </p:bodyStyle>
    <p:otherStyle>
      <a:defPPr>
        <a:defRPr lang="en-US"/>
      </a:defPPr>
      <a:lvl1pPr marL="0" algn="l" defTabSz="2194514" rtl="0" eaLnBrk="1" latinLnBrk="0" hangingPunct="1">
        <a:defRPr sz="8700" kern="1200">
          <a:solidFill>
            <a:schemeClr val="tx1"/>
          </a:solidFill>
          <a:latin typeface="+mn-lt"/>
          <a:ea typeface="+mn-ea"/>
          <a:cs typeface="+mn-cs"/>
        </a:defRPr>
      </a:lvl1pPr>
      <a:lvl2pPr marL="2194514" algn="l" defTabSz="2194514" rtl="0" eaLnBrk="1" latinLnBrk="0" hangingPunct="1">
        <a:defRPr sz="8700" kern="1200">
          <a:solidFill>
            <a:schemeClr val="tx1"/>
          </a:solidFill>
          <a:latin typeface="+mn-lt"/>
          <a:ea typeface="+mn-ea"/>
          <a:cs typeface="+mn-cs"/>
        </a:defRPr>
      </a:lvl2pPr>
      <a:lvl3pPr marL="4389028" algn="l" defTabSz="2194514" rtl="0" eaLnBrk="1" latinLnBrk="0" hangingPunct="1">
        <a:defRPr sz="8700" kern="1200">
          <a:solidFill>
            <a:schemeClr val="tx1"/>
          </a:solidFill>
          <a:latin typeface="+mn-lt"/>
          <a:ea typeface="+mn-ea"/>
          <a:cs typeface="+mn-cs"/>
        </a:defRPr>
      </a:lvl3pPr>
      <a:lvl4pPr marL="6583543" algn="l" defTabSz="2194514" rtl="0" eaLnBrk="1" latinLnBrk="0" hangingPunct="1">
        <a:defRPr sz="8700" kern="1200">
          <a:solidFill>
            <a:schemeClr val="tx1"/>
          </a:solidFill>
          <a:latin typeface="+mn-lt"/>
          <a:ea typeface="+mn-ea"/>
          <a:cs typeface="+mn-cs"/>
        </a:defRPr>
      </a:lvl4pPr>
      <a:lvl5pPr marL="8778057" algn="l" defTabSz="2194514" rtl="0" eaLnBrk="1" latinLnBrk="0" hangingPunct="1">
        <a:defRPr sz="8700" kern="1200">
          <a:solidFill>
            <a:schemeClr val="tx1"/>
          </a:solidFill>
          <a:latin typeface="+mn-lt"/>
          <a:ea typeface="+mn-ea"/>
          <a:cs typeface="+mn-cs"/>
        </a:defRPr>
      </a:lvl5pPr>
      <a:lvl6pPr marL="10972571" algn="l" defTabSz="2194514" rtl="0" eaLnBrk="1" latinLnBrk="0" hangingPunct="1">
        <a:defRPr sz="8700" kern="1200">
          <a:solidFill>
            <a:schemeClr val="tx1"/>
          </a:solidFill>
          <a:latin typeface="+mn-lt"/>
          <a:ea typeface="+mn-ea"/>
          <a:cs typeface="+mn-cs"/>
        </a:defRPr>
      </a:lvl6pPr>
      <a:lvl7pPr marL="13167085" algn="l" defTabSz="2194514" rtl="0" eaLnBrk="1" latinLnBrk="0" hangingPunct="1">
        <a:defRPr sz="8700" kern="1200">
          <a:solidFill>
            <a:schemeClr val="tx1"/>
          </a:solidFill>
          <a:latin typeface="+mn-lt"/>
          <a:ea typeface="+mn-ea"/>
          <a:cs typeface="+mn-cs"/>
        </a:defRPr>
      </a:lvl7pPr>
      <a:lvl8pPr marL="15361599" algn="l" defTabSz="2194514" rtl="0" eaLnBrk="1" latinLnBrk="0" hangingPunct="1">
        <a:defRPr sz="8700" kern="1200">
          <a:solidFill>
            <a:schemeClr val="tx1"/>
          </a:solidFill>
          <a:latin typeface="+mn-lt"/>
          <a:ea typeface="+mn-ea"/>
          <a:cs typeface="+mn-cs"/>
        </a:defRPr>
      </a:lvl8pPr>
      <a:lvl9pPr marL="17556115" algn="l" defTabSz="2194514" rtl="0" eaLnBrk="1" latinLnBrk="0" hangingPunct="1">
        <a:defRPr sz="8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1.png"/><Relationship Id="rId7"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hyperlink" Target="https://www.airnow.gov/aqi/aqi-basics/" TargetMode="External"/><Relationship Id="rId4" Type="http://schemas.openxmlformats.org/officeDocument/2006/relationships/hyperlink" Target="https://archive.ics.uci.edu/dataset/501/beijing+multi+site+air+quality+data" TargetMode="External"/><Relationship Id="rId9"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Picture 22">
            <a:extLst>
              <a:ext uri="{FF2B5EF4-FFF2-40B4-BE49-F238E27FC236}">
                <a16:creationId xmlns:a16="http://schemas.microsoft.com/office/drawing/2014/main" id="{22D157B7-80C2-7989-1574-B314F5A5BAAB}"/>
              </a:ext>
            </a:extLst>
          </p:cNvPr>
          <p:cNvPicPr>
            <a:picLocks noChangeAspect="1"/>
          </p:cNvPicPr>
          <p:nvPr/>
        </p:nvPicPr>
        <p:blipFill>
          <a:blip r:embed="rId3"/>
          <a:stretch>
            <a:fillRect/>
          </a:stretch>
        </p:blipFill>
        <p:spPr>
          <a:xfrm>
            <a:off x="1" y="21695609"/>
            <a:ext cx="17505038" cy="9989288"/>
          </a:xfrm>
          <a:prstGeom prst="rect">
            <a:avLst/>
          </a:prstGeom>
        </p:spPr>
      </p:pic>
      <p:sp>
        <p:nvSpPr>
          <p:cNvPr id="2" name="Hdr ECE542"/>
          <p:cNvSpPr txBox="1"/>
          <p:nvPr/>
        </p:nvSpPr>
        <p:spPr>
          <a:xfrm>
            <a:off x="24485600" y="1424309"/>
            <a:ext cx="10554208" cy="1015663"/>
          </a:xfrm>
          <a:prstGeom prst="rect">
            <a:avLst/>
          </a:prstGeom>
          <a:solidFill>
            <a:schemeClr val="tx1"/>
          </a:solidFill>
          <a:ln>
            <a:noFill/>
          </a:ln>
        </p:spPr>
        <p:txBody>
          <a:bodyPr wrap="square" rtlCol="0">
            <a:spAutoFit/>
          </a:bodyPr>
          <a:lstStyle/>
          <a:p>
            <a:pPr algn="ctr"/>
            <a:r>
              <a:rPr lang="en-US" sz="6000" dirty="0">
                <a:solidFill>
                  <a:schemeClr val="bg1"/>
                </a:solidFill>
              </a:rPr>
              <a:t>ECE 542</a:t>
            </a:r>
          </a:p>
        </p:txBody>
      </p:sp>
      <p:sp>
        <p:nvSpPr>
          <p:cNvPr id="4" name="Hdr NNDL"/>
          <p:cNvSpPr txBox="1"/>
          <p:nvPr/>
        </p:nvSpPr>
        <p:spPr>
          <a:xfrm>
            <a:off x="36137088" y="1434926"/>
            <a:ext cx="5266944" cy="1015663"/>
          </a:xfrm>
          <a:prstGeom prst="rect">
            <a:avLst/>
          </a:prstGeom>
          <a:solidFill>
            <a:schemeClr val="tx1"/>
          </a:solidFill>
          <a:ln>
            <a:noFill/>
          </a:ln>
        </p:spPr>
        <p:txBody>
          <a:bodyPr wrap="square" rtlCol="0">
            <a:spAutoFit/>
          </a:bodyPr>
          <a:lstStyle/>
          <a:p>
            <a:pPr algn="ctr"/>
            <a:r>
              <a:rPr lang="en-US" sz="6000" dirty="0">
                <a:solidFill>
                  <a:schemeClr val="bg1"/>
                </a:solidFill>
              </a:rPr>
              <a:t>NNDL.101</a:t>
            </a:r>
          </a:p>
        </p:txBody>
      </p:sp>
      <p:sp>
        <p:nvSpPr>
          <p:cNvPr id="5" name="Title"/>
          <p:cNvSpPr txBox="1">
            <a:spLocks/>
          </p:cNvSpPr>
          <p:nvPr/>
        </p:nvSpPr>
        <p:spPr>
          <a:xfrm>
            <a:off x="7095744" y="2301985"/>
            <a:ext cx="34730248" cy="2382678"/>
          </a:xfrm>
          <a:prstGeom prst="rect">
            <a:avLst/>
          </a:prstGeom>
        </p:spPr>
        <p:txBody>
          <a:bodyPr vert="horz" lIns="438903" tIns="219451" rIns="438903" bIns="219451" rtlCol="0" anchor="ctr">
            <a:normAutofit/>
          </a:bodyPr>
          <a:lstStyle>
            <a:lvl1pPr algn="ctr">
              <a:spcBef>
                <a:spcPct val="0"/>
              </a:spcBef>
              <a:buNone/>
              <a:defRPr sz="21100" b="1" kern="1200">
                <a:solidFill>
                  <a:schemeClr val="tx1"/>
                </a:solidFill>
                <a:latin typeface="+mj-lt"/>
              </a:defRPr>
            </a:lvl1pPr>
          </a:lstStyle>
          <a:p>
            <a:pPr algn="r"/>
            <a:r>
              <a:rPr lang="en-US" sz="10400" dirty="0"/>
              <a:t>Forecasting Urban Air Quality</a:t>
            </a:r>
          </a:p>
        </p:txBody>
      </p:sp>
      <p:sp>
        <p:nvSpPr>
          <p:cNvPr id="6" name="Authors"/>
          <p:cNvSpPr txBox="1">
            <a:spLocks/>
          </p:cNvSpPr>
          <p:nvPr/>
        </p:nvSpPr>
        <p:spPr>
          <a:xfrm>
            <a:off x="19316700" y="4166072"/>
            <a:ext cx="22509292" cy="1066198"/>
          </a:xfrm>
          <a:prstGeom prst="rect">
            <a:avLst/>
          </a:prstGeom>
        </p:spPr>
        <p:txBody>
          <a:bodyPr vert="horz" lIns="438903" tIns="219451" rIns="438903" bIns="219451" rtlCol="0">
            <a:normAutofit/>
          </a:bodyPr>
          <a:lstStyle>
            <a:lvl1pPr marL="0" indent="0" algn="ctr">
              <a:spcBef>
                <a:spcPct val="20000"/>
              </a:spcBef>
              <a:buNone/>
              <a:defRPr sz="3600" kern="1200">
                <a:solidFill>
                  <a:schemeClr val="tx1">
                    <a:tint val="75000"/>
                  </a:schemeClr>
                </a:solidFill>
                <a:latin typeface="+mn-lt"/>
              </a:defRPr>
            </a:lvl1pPr>
          </a:lstStyle>
          <a:p>
            <a:pPr algn="r"/>
            <a:r>
              <a:rPr lang="en-US" sz="3600" dirty="0"/>
              <a:t>Adam Davis, Austin Jenkins, Sebastian King </a:t>
            </a:r>
          </a:p>
        </p:txBody>
      </p:sp>
      <p:sp>
        <p:nvSpPr>
          <p:cNvPr id="15" name="Border Left Top"/>
          <p:cNvSpPr/>
          <p:nvPr/>
        </p:nvSpPr>
        <p:spPr>
          <a:xfrm>
            <a:off x="1371600" y="5334224"/>
            <a:ext cx="14593417" cy="5888568"/>
          </a:xfrm>
          <a:prstGeom prst="roundRect">
            <a:avLst>
              <a:gd name="adj" fmla="val 7823"/>
            </a:avLst>
          </a:prstGeom>
          <a:noFill/>
          <a:ln>
            <a:solidFill>
              <a:schemeClr val="tx1"/>
            </a:solidFill>
          </a:ln>
        </p:spPr>
        <p:txBody>
          <a:bodyPr rtlCol="0" anchor="ctr"/>
          <a:lstStyle/>
          <a:p>
            <a:endParaRPr lang="en-US"/>
          </a:p>
        </p:txBody>
      </p:sp>
      <p:sp>
        <p:nvSpPr>
          <p:cNvPr id="13" name="Lbl PS"/>
          <p:cNvSpPr txBox="1">
            <a:spLocks noChangeArrowheads="1"/>
          </p:cNvSpPr>
          <p:nvPr/>
        </p:nvSpPr>
        <p:spPr bwMode="auto">
          <a:xfrm>
            <a:off x="1371600" y="4252757"/>
            <a:ext cx="14173200" cy="1069848"/>
          </a:xfrm>
          <a:prstGeom prst="rect">
            <a:avLst/>
          </a:prstGeom>
          <a:noFill/>
          <a:ln>
            <a:noFill/>
          </a:ln>
        </p:spPr>
        <p:txBody>
          <a:bodyPr wrap="square">
            <a:spAutoFit/>
          </a:bodyPr>
          <a:lstStyle/>
          <a:p>
            <a:r>
              <a:rPr lang="en-US" sz="6000" b="1" dirty="0">
                <a:latin typeface="+mj-lt"/>
              </a:rPr>
              <a:t>Problem Statement</a:t>
            </a:r>
          </a:p>
        </p:txBody>
      </p:sp>
      <p:sp>
        <p:nvSpPr>
          <p:cNvPr id="101" name="Txt PS"/>
          <p:cNvSpPr txBox="1"/>
          <p:nvPr/>
        </p:nvSpPr>
        <p:spPr>
          <a:xfrm>
            <a:off x="1714499" y="5495959"/>
            <a:ext cx="14122337" cy="5510949"/>
          </a:xfrm>
          <a:prstGeom prst="rect">
            <a:avLst/>
          </a:prstGeom>
          <a:noFill/>
        </p:spPr>
        <p:txBody>
          <a:bodyPr wrap="square" lIns="91440" tIns="45720" rIns="91440" bIns="45720">
            <a:noAutofit/>
          </a:bodyPr>
          <a:lstStyle/>
          <a:p>
            <a:pPr marL="342900" indent="-342900">
              <a:buChar char="•"/>
            </a:pPr>
            <a:r>
              <a:rPr lang="en-US" sz="3600" dirty="0"/>
              <a:t>Fine particulate matter </a:t>
            </a:r>
            <a:r>
              <a:rPr lang="en-US" sz="3600" b="1" dirty="0"/>
              <a:t>(PM2.5) </a:t>
            </a:r>
            <a:r>
              <a:rPr lang="en-US" sz="3600" dirty="0"/>
              <a:t>is among the most </a:t>
            </a:r>
            <a:r>
              <a:rPr lang="en-US" sz="3600" u="sng" dirty="0"/>
              <a:t>hazardous</a:t>
            </a:r>
            <a:r>
              <a:rPr lang="en-US" sz="3600" dirty="0"/>
              <a:t> airborne pollutants with WHO estimating </a:t>
            </a:r>
            <a:r>
              <a:rPr lang="en-US" sz="3600" b="1" dirty="0"/>
              <a:t>7M+</a:t>
            </a:r>
            <a:r>
              <a:rPr lang="en-US" sz="3600" dirty="0"/>
              <a:t> premature deaths per year attributed to air pollution</a:t>
            </a:r>
          </a:p>
          <a:p>
            <a:pPr marL="342900" indent="-342900">
              <a:buChar char="•"/>
            </a:pPr>
            <a:r>
              <a:rPr lang="en-US" sz="3600" dirty="0"/>
              <a:t>Beijing's rapid industrialization creates extreme PM2.5 variability (daily swings of 100+ </a:t>
            </a:r>
            <a:r>
              <a:rPr lang="en-US" sz="3600" dirty="0" err="1"/>
              <a:t>μg</a:t>
            </a:r>
            <a:r>
              <a:rPr lang="en-US" sz="3600" dirty="0"/>
              <a:t>/m³), making </a:t>
            </a:r>
            <a:r>
              <a:rPr lang="en-US" sz="3600" b="1" dirty="0"/>
              <a:t>accurate short-term forecasting essential for public health alerts</a:t>
            </a:r>
            <a:r>
              <a:rPr lang="en-US" sz="3600" dirty="0"/>
              <a:t>, </a:t>
            </a:r>
            <a:r>
              <a:rPr lang="en-US" sz="3600" b="1" dirty="0"/>
              <a:t>urban planning, and individual protective action</a:t>
            </a:r>
          </a:p>
          <a:p>
            <a:pPr marL="342900" indent="-342900">
              <a:buChar char="•"/>
            </a:pPr>
            <a:r>
              <a:rPr lang="en-US" sz="3600" b="1" dirty="0"/>
              <a:t>Goal</a:t>
            </a:r>
            <a:r>
              <a:rPr lang="en-US" sz="3600" dirty="0"/>
              <a:t>: Build an LSTM-based forecasting model that predicts PM2.5 concentration one hour ahead from multi-sensor environmental inputs, enabling real-time 5-tier AQI health risk classification</a:t>
            </a:r>
          </a:p>
        </p:txBody>
      </p:sp>
      <p:sp>
        <p:nvSpPr>
          <p:cNvPr id="14" name="Lbl Data"/>
          <p:cNvSpPr txBox="1">
            <a:spLocks noChangeArrowheads="1"/>
          </p:cNvSpPr>
          <p:nvPr/>
        </p:nvSpPr>
        <p:spPr bwMode="auto">
          <a:xfrm>
            <a:off x="1371600" y="11412330"/>
            <a:ext cx="14173200" cy="1069848"/>
          </a:xfrm>
          <a:prstGeom prst="rect">
            <a:avLst/>
          </a:prstGeom>
          <a:solidFill>
            <a:schemeClr val="bg1"/>
          </a:solidFill>
          <a:ln>
            <a:noFill/>
          </a:ln>
        </p:spPr>
        <p:txBody>
          <a:bodyPr wrap="square">
            <a:spAutoFit/>
          </a:bodyPr>
          <a:lstStyle/>
          <a:p>
            <a:r>
              <a:rPr lang="en-US" sz="6000" b="1" dirty="0">
                <a:latin typeface="+mj-lt"/>
              </a:rPr>
              <a:t>Data</a:t>
            </a:r>
          </a:p>
        </p:txBody>
      </p:sp>
      <p:sp>
        <p:nvSpPr>
          <p:cNvPr id="102" name="Txt Data"/>
          <p:cNvSpPr txBox="1"/>
          <p:nvPr/>
        </p:nvSpPr>
        <p:spPr>
          <a:xfrm>
            <a:off x="1371600" y="12388400"/>
            <a:ext cx="14173200" cy="4155030"/>
          </a:xfrm>
          <a:prstGeom prst="rect">
            <a:avLst/>
          </a:prstGeom>
          <a:noFill/>
        </p:spPr>
        <p:txBody>
          <a:bodyPr wrap="square" lIns="91440" tIns="45720" rIns="91440" bIns="45720">
            <a:noAutofit/>
          </a:bodyPr>
          <a:lstStyle/>
          <a:p>
            <a:pPr marL="342900" indent="-342900">
              <a:buChar char="•"/>
            </a:pPr>
            <a:r>
              <a:rPr lang="en-US" sz="3600" b="1" dirty="0"/>
              <a:t>Beijing Multi-Site Air Quality Dataset </a:t>
            </a:r>
            <a:r>
              <a:rPr lang="en-US" sz="3600" dirty="0"/>
              <a:t>[1] includes data at 12 stations across Beijing from March 2013 to February 2017 </a:t>
            </a:r>
          </a:p>
          <a:p>
            <a:pPr marL="342900" indent="-342900">
              <a:buChar char="•"/>
            </a:pPr>
            <a:r>
              <a:rPr lang="en-US" sz="3600" b="1" dirty="0"/>
              <a:t>420,768</a:t>
            </a:r>
            <a:r>
              <a:rPr lang="en-US" sz="3600" dirty="0"/>
              <a:t> hourly observations, 16 features: PM2.5, PM10, SO2, NO2, CO, O3, Temp, Pres, Dew, Rain, Wind, Hour/Month (sin/cos encoded)</a:t>
            </a:r>
          </a:p>
          <a:p>
            <a:pPr marL="342900" indent="-342900">
              <a:buChar char="•"/>
            </a:pPr>
            <a:r>
              <a:rPr lang="en-US" sz="3600" b="1" dirty="0"/>
              <a:t>Temporal split: </a:t>
            </a:r>
            <a:r>
              <a:rPr lang="en-US" sz="3600" dirty="0"/>
              <a:t>Train Mar 2013 to Apr 2016 (77%), Test Apr 2016 to Feb 2017 (23%)</a:t>
            </a:r>
          </a:p>
        </p:txBody>
      </p:sp>
      <p:sp>
        <p:nvSpPr>
          <p:cNvPr id="25" name="Lbl Approach"/>
          <p:cNvSpPr txBox="1">
            <a:spLocks noChangeArrowheads="1"/>
          </p:cNvSpPr>
          <p:nvPr/>
        </p:nvSpPr>
        <p:spPr bwMode="auto">
          <a:xfrm>
            <a:off x="1371600" y="16270850"/>
            <a:ext cx="14173200" cy="1069848"/>
          </a:xfrm>
          <a:prstGeom prst="rect">
            <a:avLst/>
          </a:prstGeom>
          <a:solidFill>
            <a:schemeClr val="bg1"/>
          </a:solidFill>
          <a:ln>
            <a:noFill/>
          </a:ln>
        </p:spPr>
        <p:txBody>
          <a:bodyPr wrap="square">
            <a:spAutoFit/>
          </a:bodyPr>
          <a:lstStyle/>
          <a:p>
            <a:r>
              <a:rPr lang="en-US" sz="6000" b="1" dirty="0">
                <a:latin typeface="+mj-lt"/>
              </a:rPr>
              <a:t>Approach</a:t>
            </a:r>
          </a:p>
        </p:txBody>
      </p:sp>
      <p:sp>
        <p:nvSpPr>
          <p:cNvPr id="103" name="Txt Approach"/>
          <p:cNvSpPr txBox="1"/>
          <p:nvPr/>
        </p:nvSpPr>
        <p:spPr>
          <a:xfrm>
            <a:off x="1371600" y="17338991"/>
            <a:ext cx="14173200" cy="3924263"/>
          </a:xfrm>
          <a:prstGeom prst="rect">
            <a:avLst/>
          </a:prstGeom>
          <a:noFill/>
        </p:spPr>
        <p:txBody>
          <a:bodyPr wrap="square" lIns="91440" tIns="45720" rIns="91440" bIns="45720">
            <a:noAutofit/>
          </a:bodyPr>
          <a:lstStyle/>
          <a:p>
            <a:pPr marL="571500" indent="-571500">
              <a:buFont typeface="Arial" panose="020B0604020202020204" pitchFamily="34" charset="0"/>
              <a:buChar char="•"/>
            </a:pPr>
            <a:r>
              <a:rPr lang="en-US" sz="3600" b="1" dirty="0"/>
              <a:t>Preprocess: </a:t>
            </a:r>
            <a:r>
              <a:rPr lang="en-US" sz="3600" dirty="0"/>
              <a:t>Interpolate missing values, encode wind direction (deg), sin/cos encoding hour &amp; month, StandardScaler on input features, z-score normalize target</a:t>
            </a:r>
          </a:p>
          <a:p>
            <a:pPr marL="571500" indent="-571500">
              <a:buFont typeface="Arial" panose="020B0604020202020204" pitchFamily="34" charset="0"/>
              <a:buChar char="•"/>
            </a:pPr>
            <a:r>
              <a:rPr lang="en-US" sz="3600" b="1" dirty="0"/>
              <a:t>Sliding window: </a:t>
            </a:r>
            <a:r>
              <a:rPr lang="en-US" sz="3600" dirty="0"/>
              <a:t>24-hour input sequence predicts PM2.5 at t+1,</a:t>
            </a:r>
          </a:p>
          <a:p>
            <a:pPr marL="571500" indent="-571500">
              <a:buFont typeface="Arial" panose="020B0604020202020204" pitchFamily="34" charset="0"/>
              <a:buChar char="•"/>
            </a:pPr>
            <a:r>
              <a:rPr lang="en-US" sz="3600" b="1" dirty="0"/>
              <a:t>Baseline model:</a:t>
            </a:r>
            <a:r>
              <a:rPr lang="en-US" sz="3600" dirty="0"/>
              <a:t> Linear Regression on input features</a:t>
            </a:r>
          </a:p>
          <a:p>
            <a:pPr marL="571500" indent="-571500">
              <a:buFont typeface="Arial" panose="020B0604020202020204" pitchFamily="34" charset="0"/>
              <a:buChar char="•"/>
            </a:pPr>
            <a:r>
              <a:rPr lang="en-US" sz="3600" b="1" dirty="0"/>
              <a:t>LSTM models: </a:t>
            </a:r>
            <a:r>
              <a:rPr lang="en-US" sz="3600" dirty="0"/>
              <a:t>Pooled (all 12 stations) then per-station (Dingling, lowest variance); 2-layer LSTM with temporal self-attention</a:t>
            </a:r>
          </a:p>
        </p:txBody>
      </p:sp>
      <p:sp>
        <p:nvSpPr>
          <p:cNvPr id="26" name="Lbl NetArch"/>
          <p:cNvSpPr txBox="1">
            <a:spLocks noChangeArrowheads="1"/>
          </p:cNvSpPr>
          <p:nvPr/>
        </p:nvSpPr>
        <p:spPr bwMode="auto">
          <a:xfrm>
            <a:off x="1371600" y="21263254"/>
            <a:ext cx="14173200" cy="1015663"/>
          </a:xfrm>
          <a:prstGeom prst="rect">
            <a:avLst/>
          </a:prstGeom>
          <a:solidFill>
            <a:schemeClr val="bg1"/>
          </a:solidFill>
          <a:ln>
            <a:noFill/>
          </a:ln>
        </p:spPr>
        <p:txBody>
          <a:bodyPr wrap="square">
            <a:spAutoFit/>
          </a:bodyPr>
          <a:lstStyle/>
          <a:p>
            <a:r>
              <a:rPr lang="en-US" sz="6000" b="1" dirty="0">
                <a:latin typeface="+mj-lt"/>
              </a:rPr>
              <a:t>Network Architecture</a:t>
            </a:r>
          </a:p>
        </p:txBody>
      </p:sp>
      <p:sp>
        <p:nvSpPr>
          <p:cNvPr id="30" name="Lbl KeyResults"/>
          <p:cNvSpPr txBox="1">
            <a:spLocks noChangeArrowheads="1"/>
          </p:cNvSpPr>
          <p:nvPr/>
        </p:nvSpPr>
        <p:spPr bwMode="auto">
          <a:xfrm>
            <a:off x="16258032" y="4114800"/>
            <a:ext cx="10972800" cy="1069848"/>
          </a:xfrm>
          <a:prstGeom prst="rect">
            <a:avLst/>
          </a:prstGeom>
          <a:solidFill>
            <a:schemeClr val="bg1"/>
          </a:solidFill>
          <a:ln>
            <a:noFill/>
          </a:ln>
        </p:spPr>
        <p:txBody>
          <a:bodyPr wrap="square">
            <a:spAutoFit/>
          </a:bodyPr>
          <a:lstStyle/>
          <a:p>
            <a:r>
              <a:rPr lang="en-US" sz="6000" b="1" dirty="0">
                <a:latin typeface="+mj-lt"/>
              </a:rPr>
              <a:t>Key Results</a:t>
            </a:r>
          </a:p>
        </p:txBody>
      </p:sp>
      <p:sp>
        <p:nvSpPr>
          <p:cNvPr id="7" name="Lbl EvalResults"/>
          <p:cNvSpPr txBox="1">
            <a:spLocks noChangeArrowheads="1"/>
          </p:cNvSpPr>
          <p:nvPr/>
        </p:nvSpPr>
        <p:spPr bwMode="auto">
          <a:xfrm>
            <a:off x="16230314" y="17569841"/>
            <a:ext cx="15544800" cy="1069848"/>
          </a:xfrm>
          <a:prstGeom prst="rect">
            <a:avLst/>
          </a:prstGeom>
          <a:solidFill>
            <a:schemeClr val="bg1"/>
          </a:solidFill>
          <a:ln>
            <a:noFill/>
          </a:ln>
        </p:spPr>
        <p:txBody>
          <a:bodyPr wrap="square">
            <a:spAutoFit/>
          </a:bodyPr>
          <a:lstStyle/>
          <a:p>
            <a:r>
              <a:rPr lang="en-US" sz="6000" b="1" dirty="0">
                <a:latin typeface="+mj-lt"/>
              </a:rPr>
              <a:t>Evaluation Plan and Results</a:t>
            </a:r>
          </a:p>
        </p:txBody>
      </p:sp>
      <p:sp>
        <p:nvSpPr>
          <p:cNvPr id="105" name="Callout RMSE"/>
          <p:cNvSpPr txBox="1"/>
          <p:nvPr/>
        </p:nvSpPr>
        <p:spPr>
          <a:xfrm>
            <a:off x="16381476" y="5341998"/>
            <a:ext cx="5757291" cy="1754359"/>
          </a:xfrm>
          <a:prstGeom prst="roundRect">
            <a:avLst>
              <a:gd name="adj" fmla="val 10000"/>
            </a:avLst>
          </a:prstGeom>
          <a:solidFill>
            <a:srgbClr val="1565C0"/>
          </a:solidFill>
          <a:ln>
            <a:noFill/>
          </a:ln>
        </p:spPr>
        <p:txBody>
          <a:bodyPr wrap="square" lIns="91440" tIns="91440" rIns="91440" bIns="91440" anchor="ctr">
            <a:normAutofit/>
          </a:bodyPr>
          <a:lstStyle/>
          <a:p>
            <a:pPr algn="ctr"/>
            <a:r>
              <a:rPr lang="en-US" sz="5200" b="1" dirty="0">
                <a:solidFill>
                  <a:srgbClr val="FFFFFF"/>
                </a:solidFill>
              </a:rPr>
              <a:t>16.54</a:t>
            </a:r>
          </a:p>
          <a:p>
            <a:pPr algn="ctr"/>
            <a:r>
              <a:rPr lang="en-US" sz="2800" dirty="0">
                <a:solidFill>
                  <a:srgbClr val="FFFFFF"/>
                </a:solidFill>
              </a:rPr>
              <a:t>RMSE ug/m3 (best)</a:t>
            </a:r>
          </a:p>
        </p:txBody>
      </p:sp>
      <p:sp>
        <p:nvSpPr>
          <p:cNvPr id="106" name="Callout MAE"/>
          <p:cNvSpPr txBox="1"/>
          <p:nvPr/>
        </p:nvSpPr>
        <p:spPr>
          <a:xfrm>
            <a:off x="22854856" y="5341997"/>
            <a:ext cx="5757291" cy="1754359"/>
          </a:xfrm>
          <a:prstGeom prst="roundRect">
            <a:avLst>
              <a:gd name="adj" fmla="val 10000"/>
            </a:avLst>
          </a:prstGeom>
          <a:solidFill>
            <a:srgbClr val="00796B"/>
          </a:solidFill>
          <a:ln>
            <a:noFill/>
          </a:ln>
        </p:spPr>
        <p:txBody>
          <a:bodyPr wrap="square" lIns="91440" tIns="91440" rIns="91440" bIns="91440" anchor="ctr">
            <a:normAutofit/>
          </a:bodyPr>
          <a:lstStyle/>
          <a:p>
            <a:pPr algn="ctr"/>
            <a:r>
              <a:rPr lang="en-US" sz="5200" b="1" dirty="0">
                <a:solidFill>
                  <a:srgbClr val="FFFFFF"/>
                </a:solidFill>
              </a:rPr>
              <a:t>8.69</a:t>
            </a:r>
          </a:p>
          <a:p>
            <a:pPr algn="ctr"/>
            <a:r>
              <a:rPr lang="en-US" sz="2800" dirty="0">
                <a:solidFill>
                  <a:srgbClr val="FFFFFF"/>
                </a:solidFill>
              </a:rPr>
              <a:t>MAE ug/m3 (best)</a:t>
            </a:r>
          </a:p>
        </p:txBody>
      </p:sp>
      <p:sp>
        <p:nvSpPr>
          <p:cNvPr id="107" name="Callout AQI"/>
          <p:cNvSpPr txBox="1"/>
          <p:nvPr/>
        </p:nvSpPr>
        <p:spPr>
          <a:xfrm>
            <a:off x="29328236" y="5312351"/>
            <a:ext cx="5955818" cy="1754359"/>
          </a:xfrm>
          <a:prstGeom prst="roundRect">
            <a:avLst>
              <a:gd name="adj" fmla="val 10000"/>
            </a:avLst>
          </a:prstGeom>
          <a:solidFill>
            <a:srgbClr val="E65100"/>
          </a:solidFill>
          <a:ln>
            <a:noFill/>
          </a:ln>
        </p:spPr>
        <p:txBody>
          <a:bodyPr wrap="square" lIns="91440" tIns="91440" rIns="91440" bIns="91440" anchor="ctr">
            <a:normAutofit/>
          </a:bodyPr>
          <a:lstStyle/>
          <a:p>
            <a:pPr algn="ctr"/>
            <a:r>
              <a:rPr lang="en-US" sz="5200" b="1" dirty="0">
                <a:solidFill>
                  <a:srgbClr val="FFFFFF"/>
                </a:solidFill>
              </a:rPr>
              <a:t>79.3%</a:t>
            </a:r>
          </a:p>
          <a:p>
            <a:pPr algn="ctr"/>
            <a:r>
              <a:rPr lang="en-US" sz="2800" dirty="0">
                <a:solidFill>
                  <a:srgbClr val="FFFFFF"/>
                </a:solidFill>
              </a:rPr>
              <a:t>AQI 5-tier accuracy</a:t>
            </a:r>
          </a:p>
        </p:txBody>
      </p:sp>
      <p:sp>
        <p:nvSpPr>
          <p:cNvPr id="108" name="Callout Improv"/>
          <p:cNvSpPr txBox="1"/>
          <p:nvPr/>
        </p:nvSpPr>
        <p:spPr>
          <a:xfrm>
            <a:off x="36000143" y="5312351"/>
            <a:ext cx="5360236" cy="1754359"/>
          </a:xfrm>
          <a:prstGeom prst="roundRect">
            <a:avLst>
              <a:gd name="adj" fmla="val 10000"/>
            </a:avLst>
          </a:prstGeom>
          <a:solidFill>
            <a:srgbClr val="C62828"/>
          </a:solidFill>
          <a:ln>
            <a:noFill/>
          </a:ln>
        </p:spPr>
        <p:txBody>
          <a:bodyPr wrap="square" lIns="91440" tIns="91440" rIns="91440" bIns="91440" anchor="ctr">
            <a:normAutofit/>
          </a:bodyPr>
          <a:lstStyle/>
          <a:p>
            <a:pPr algn="ctr"/>
            <a:r>
              <a:rPr lang="en-US" sz="5200" b="1" dirty="0">
                <a:solidFill>
                  <a:srgbClr val="FFFFFF"/>
                </a:solidFill>
              </a:rPr>
              <a:t>42%</a:t>
            </a:r>
          </a:p>
          <a:p>
            <a:pPr algn="ctr"/>
            <a:r>
              <a:rPr lang="en-US" sz="2800" dirty="0">
                <a:solidFill>
                  <a:srgbClr val="FFFFFF"/>
                </a:solidFill>
              </a:rPr>
              <a:t>RMSE reduction vs baseline</a:t>
            </a:r>
          </a:p>
        </p:txBody>
      </p:sp>
      <p:sp>
        <p:nvSpPr>
          <p:cNvPr id="9" name="Lbl References"/>
          <p:cNvSpPr txBox="1">
            <a:spLocks noChangeArrowheads="1"/>
          </p:cNvSpPr>
          <p:nvPr/>
        </p:nvSpPr>
        <p:spPr bwMode="auto">
          <a:xfrm>
            <a:off x="1337978" y="30524611"/>
            <a:ext cx="7315200" cy="1069848"/>
          </a:xfrm>
          <a:prstGeom prst="rect">
            <a:avLst/>
          </a:prstGeom>
          <a:noFill/>
          <a:ln>
            <a:noFill/>
          </a:ln>
        </p:spPr>
        <p:txBody>
          <a:bodyPr wrap="square">
            <a:spAutoFit/>
          </a:bodyPr>
          <a:lstStyle/>
          <a:p>
            <a:r>
              <a:rPr lang="en-US" sz="6000" b="1" dirty="0">
                <a:latin typeface="+mj-lt"/>
              </a:rPr>
              <a:t>Main References</a:t>
            </a:r>
          </a:p>
        </p:txBody>
      </p:sp>
      <p:sp>
        <p:nvSpPr>
          <p:cNvPr id="10" name="Txt References"/>
          <p:cNvSpPr txBox="1"/>
          <p:nvPr/>
        </p:nvSpPr>
        <p:spPr>
          <a:xfrm>
            <a:off x="184469" y="31455754"/>
            <a:ext cx="15544799" cy="1782507"/>
          </a:xfrm>
          <a:prstGeom prst="rect">
            <a:avLst/>
          </a:prstGeom>
          <a:noFill/>
        </p:spPr>
        <p:txBody>
          <a:bodyPr wrap="square" lIns="91440" tIns="45720" rIns="91440" bIns="45720">
            <a:normAutofit/>
          </a:bodyPr>
          <a:lstStyle/>
          <a:p>
            <a:r>
              <a:rPr lang="en-US" sz="2000" dirty="0"/>
              <a:t>[1] Zhang, S. et al. Beijing Multi-Site Air Quality Data Set. UCI ML Repository. </a:t>
            </a:r>
            <a:r>
              <a:rPr lang="en-US" sz="2000" dirty="0">
                <a:hlinkClick r:id="rId4"/>
              </a:rPr>
              <a:t>https://archive.ics.uci.edu/dataset/501/beijing+multi+site+air+quality+data</a:t>
            </a:r>
            <a:r>
              <a:rPr lang="en-US" sz="2000" dirty="0"/>
              <a:t> </a:t>
            </a:r>
          </a:p>
          <a:p>
            <a:r>
              <a:rPr lang="en-US" sz="2000" dirty="0"/>
              <a:t>[2] US EPA. AQI Basics Guide. </a:t>
            </a:r>
            <a:r>
              <a:rPr lang="en-US" sz="2000" dirty="0">
                <a:hlinkClick r:id="rId5"/>
              </a:rPr>
              <a:t>https://www.airnow.gov/aqi/aqi-basics/</a:t>
            </a:r>
            <a:r>
              <a:rPr lang="en-US" sz="2000" dirty="0"/>
              <a:t> WHO (2021). Global Air Quality Guidelines. Geneva, Switzerland.</a:t>
            </a:r>
          </a:p>
          <a:p>
            <a:r>
              <a:rPr lang="en-US" sz="2000" dirty="0"/>
              <a:t>[3] Hochreiter, S. &amp; Schmidhuber, J. (1997). Long Short-Term Memory. Neural Computation, 9(8), 1735–1780.</a:t>
            </a:r>
          </a:p>
        </p:txBody>
      </p:sp>
      <p:pic>
        <p:nvPicPr>
          <p:cNvPr id="12" name="Picture 11">
            <a:extLst>
              <a:ext uri="{FF2B5EF4-FFF2-40B4-BE49-F238E27FC236}">
                <a16:creationId xmlns:a16="http://schemas.microsoft.com/office/drawing/2014/main" id="{5BE7E741-7BE0-31F8-9662-57D261667C8C}"/>
              </a:ext>
            </a:extLst>
          </p:cNvPr>
          <p:cNvPicPr>
            <a:picLocks noChangeAspect="1"/>
          </p:cNvPicPr>
          <p:nvPr/>
        </p:nvPicPr>
        <p:blipFill>
          <a:blip r:embed="rId6"/>
          <a:srcRect r="63636"/>
          <a:stretch/>
        </p:blipFill>
        <p:spPr>
          <a:xfrm>
            <a:off x="1371600" y="914654"/>
            <a:ext cx="5388495" cy="3113627"/>
          </a:xfrm>
          <a:prstGeom prst="rect">
            <a:avLst/>
          </a:prstGeom>
        </p:spPr>
      </p:pic>
      <p:sp>
        <p:nvSpPr>
          <p:cNvPr id="16" name="TextBox 15">
            <a:extLst>
              <a:ext uri="{FF2B5EF4-FFF2-40B4-BE49-F238E27FC236}">
                <a16:creationId xmlns:a16="http://schemas.microsoft.com/office/drawing/2014/main" id="{6278CF58-F8FE-3A54-8E0A-80BDCB98B5F5}"/>
              </a:ext>
            </a:extLst>
          </p:cNvPr>
          <p:cNvSpPr txBox="1"/>
          <p:nvPr/>
        </p:nvSpPr>
        <p:spPr>
          <a:xfrm>
            <a:off x="6760095" y="1434926"/>
            <a:ext cx="10528844" cy="1015663"/>
          </a:xfrm>
          <a:prstGeom prst="rect">
            <a:avLst/>
          </a:prstGeom>
          <a:solidFill>
            <a:schemeClr val="bg1"/>
          </a:solidFill>
        </p:spPr>
        <p:txBody>
          <a:bodyPr wrap="none" rtlCol="0">
            <a:spAutoFit/>
          </a:bodyPr>
          <a:lstStyle/>
          <a:p>
            <a:r>
              <a:rPr lang="en-US" sz="6000" b="1" dirty="0">
                <a:solidFill>
                  <a:srgbClr val="C00000"/>
                </a:solidFill>
                <a:latin typeface="+mj-lt"/>
              </a:rPr>
              <a:t>AI Student Symposium 2026</a:t>
            </a:r>
          </a:p>
        </p:txBody>
      </p:sp>
      <p:pic>
        <p:nvPicPr>
          <p:cNvPr id="11" name="Picture 10">
            <a:extLst>
              <a:ext uri="{FF2B5EF4-FFF2-40B4-BE49-F238E27FC236}">
                <a16:creationId xmlns:a16="http://schemas.microsoft.com/office/drawing/2014/main" id="{6AB63269-853F-A703-4585-977C345DF051}"/>
              </a:ext>
            </a:extLst>
          </p:cNvPr>
          <p:cNvPicPr>
            <a:picLocks noChangeAspect="1"/>
          </p:cNvPicPr>
          <p:nvPr/>
        </p:nvPicPr>
        <p:blipFill>
          <a:blip r:embed="rId7"/>
          <a:srcRect l="-1" r="50453" b="9287"/>
          <a:stretch>
            <a:fillRect/>
          </a:stretch>
        </p:blipFill>
        <p:spPr>
          <a:xfrm>
            <a:off x="35012090" y="9849703"/>
            <a:ext cx="8393864" cy="6830047"/>
          </a:xfrm>
          <a:prstGeom prst="rect">
            <a:avLst/>
          </a:prstGeom>
        </p:spPr>
      </p:pic>
      <p:pic>
        <p:nvPicPr>
          <p:cNvPr id="18" name="Picture 17">
            <a:extLst>
              <a:ext uri="{FF2B5EF4-FFF2-40B4-BE49-F238E27FC236}">
                <a16:creationId xmlns:a16="http://schemas.microsoft.com/office/drawing/2014/main" id="{AF4C0CDD-ED96-F92C-6F2B-702A8516B4C2}"/>
              </a:ext>
            </a:extLst>
          </p:cNvPr>
          <p:cNvPicPr>
            <a:picLocks noChangeAspect="1"/>
          </p:cNvPicPr>
          <p:nvPr/>
        </p:nvPicPr>
        <p:blipFill>
          <a:blip r:embed="rId8"/>
          <a:stretch>
            <a:fillRect/>
          </a:stretch>
        </p:blipFill>
        <p:spPr>
          <a:xfrm>
            <a:off x="16230314" y="8316724"/>
            <a:ext cx="18809494" cy="9253117"/>
          </a:xfrm>
          <a:prstGeom prst="rect">
            <a:avLst/>
          </a:prstGeom>
        </p:spPr>
      </p:pic>
      <p:pic>
        <p:nvPicPr>
          <p:cNvPr id="19" name="Picture 18">
            <a:extLst>
              <a:ext uri="{FF2B5EF4-FFF2-40B4-BE49-F238E27FC236}">
                <a16:creationId xmlns:a16="http://schemas.microsoft.com/office/drawing/2014/main" id="{BE9326A3-B9CB-A260-EFC4-E222A28493A7}"/>
              </a:ext>
            </a:extLst>
          </p:cNvPr>
          <p:cNvPicPr>
            <a:picLocks noChangeAspect="1"/>
          </p:cNvPicPr>
          <p:nvPr/>
        </p:nvPicPr>
        <p:blipFill>
          <a:blip r:embed="rId7"/>
          <a:srcRect l="50100" r="2" b="9287"/>
          <a:stretch>
            <a:fillRect/>
          </a:stretch>
        </p:blipFill>
        <p:spPr>
          <a:xfrm>
            <a:off x="35012091" y="16690615"/>
            <a:ext cx="8393863" cy="6782234"/>
          </a:xfrm>
          <a:prstGeom prst="rect">
            <a:avLst/>
          </a:prstGeom>
        </p:spPr>
      </p:pic>
      <p:pic>
        <p:nvPicPr>
          <p:cNvPr id="22" name="Picture 21">
            <a:extLst>
              <a:ext uri="{FF2B5EF4-FFF2-40B4-BE49-F238E27FC236}">
                <a16:creationId xmlns:a16="http://schemas.microsoft.com/office/drawing/2014/main" id="{F42400B8-1E92-1DA9-D550-8F93564FC739}"/>
              </a:ext>
            </a:extLst>
          </p:cNvPr>
          <p:cNvPicPr>
            <a:picLocks noChangeAspect="1"/>
          </p:cNvPicPr>
          <p:nvPr/>
        </p:nvPicPr>
        <p:blipFill>
          <a:blip r:embed="rId9"/>
          <a:stretch>
            <a:fillRect/>
          </a:stretch>
        </p:blipFill>
        <p:spPr>
          <a:xfrm>
            <a:off x="28161932" y="25602298"/>
            <a:ext cx="15544799" cy="7119434"/>
          </a:xfrm>
          <a:prstGeom prst="rect">
            <a:avLst/>
          </a:prstGeom>
        </p:spPr>
      </p:pic>
      <p:sp>
        <p:nvSpPr>
          <p:cNvPr id="3" name="Txt Approach">
            <a:extLst>
              <a:ext uri="{FF2B5EF4-FFF2-40B4-BE49-F238E27FC236}">
                <a16:creationId xmlns:a16="http://schemas.microsoft.com/office/drawing/2014/main" id="{D9D278A2-CAE4-4ACD-4D8E-B92E72719F44}"/>
              </a:ext>
            </a:extLst>
          </p:cNvPr>
          <p:cNvSpPr txBox="1"/>
          <p:nvPr/>
        </p:nvSpPr>
        <p:spPr>
          <a:xfrm>
            <a:off x="16230314" y="18553201"/>
            <a:ext cx="18781776" cy="7268396"/>
          </a:xfrm>
          <a:prstGeom prst="rect">
            <a:avLst/>
          </a:prstGeom>
          <a:noFill/>
        </p:spPr>
        <p:txBody>
          <a:bodyPr wrap="square" lIns="91440" tIns="45720" rIns="91440" bIns="45720">
            <a:noAutofit/>
          </a:bodyPr>
          <a:lstStyle/>
          <a:p>
            <a:pPr marL="571500" indent="-571500">
              <a:buFont typeface="Arial" panose="020B0604020202020204" pitchFamily="34" charset="0"/>
              <a:buChar char="•"/>
            </a:pPr>
            <a:r>
              <a:rPr lang="en-US" sz="3600" b="1" dirty="0"/>
              <a:t>Metric selection:</a:t>
            </a:r>
            <a:r>
              <a:rPr lang="en-US" sz="3600" dirty="0"/>
              <a:t> RMSE chosen as it penalizes large errors, crucial for underpredicting hazardous air pollution. MAE provides a less outlier sensitive complement to RMSE</a:t>
            </a:r>
          </a:p>
          <a:p>
            <a:pPr marL="571500" indent="-571500">
              <a:buFont typeface="Arial" panose="020B0604020202020204" pitchFamily="34" charset="0"/>
              <a:buChar char="•"/>
            </a:pPr>
            <a:r>
              <a:rPr lang="en-US" sz="3600" b="1" dirty="0"/>
              <a:t>Model output: </a:t>
            </a:r>
            <a:r>
              <a:rPr lang="en-US" sz="3600" dirty="0"/>
              <a:t>The result of the dual LSTM layer model with temporal self-attention and a fully-connected head is a single scalar value representing the predicted PM2.5 concentration (</a:t>
            </a:r>
            <a:r>
              <a:rPr lang="el-GR" sz="3600" dirty="0"/>
              <a:t>μ</a:t>
            </a:r>
            <a:r>
              <a:rPr lang="en-US" sz="3600" dirty="0"/>
              <a:t>g/m³) 1 hour into the future</a:t>
            </a:r>
          </a:p>
          <a:p>
            <a:pPr marL="571500" indent="-571500">
              <a:buFont typeface="Arial" panose="020B0604020202020204" pitchFamily="34" charset="0"/>
              <a:buChar char="•"/>
            </a:pPr>
            <a:r>
              <a:rPr lang="en-US" sz="3600" b="1" dirty="0"/>
              <a:t>AQI tier classification: </a:t>
            </a:r>
            <a:r>
              <a:rPr lang="en-US" sz="3600" dirty="0"/>
              <a:t>AQI tier classification was derived post-hoc by bucketing continuous predictions into the five US EPA PM2.5 categories. No separate classification head was trained, so tier accuracy directly reflects the quality of the regression</a:t>
            </a:r>
          </a:p>
          <a:p>
            <a:pPr marL="571500" indent="-571500">
              <a:buFont typeface="Arial" panose="020B0604020202020204" pitchFamily="34" charset="0"/>
              <a:buChar char="•"/>
            </a:pPr>
            <a:r>
              <a:rPr lang="en-US" sz="3600" b="1" dirty="0"/>
              <a:t>Understanding the error rates: </a:t>
            </a:r>
            <a:r>
              <a:rPr lang="en-US" sz="3600" dirty="0"/>
              <a:t>The per-station LSTM (RMSE 16.54) outperforms the pooled model (RMSE 17.47) despite training on roughly 15x less data, the pooled model's larger capacity and station embeddings cannot fully compensate for the spatial differences between the stations throwing off predictions</a:t>
            </a:r>
          </a:p>
          <a:p>
            <a:endParaRPr lang="en-US" sz="3600" dirty="0"/>
          </a:p>
        </p:txBody>
      </p:sp>
      <p:sp>
        <p:nvSpPr>
          <p:cNvPr id="8" name="Txt Approach">
            <a:extLst>
              <a:ext uri="{FF2B5EF4-FFF2-40B4-BE49-F238E27FC236}">
                <a16:creationId xmlns:a16="http://schemas.microsoft.com/office/drawing/2014/main" id="{D168E4A9-8A0F-7696-6613-9B50F460400F}"/>
              </a:ext>
            </a:extLst>
          </p:cNvPr>
          <p:cNvSpPr txBox="1"/>
          <p:nvPr/>
        </p:nvSpPr>
        <p:spPr>
          <a:xfrm>
            <a:off x="16202597" y="25165215"/>
            <a:ext cx="11931618" cy="7268396"/>
          </a:xfrm>
          <a:prstGeom prst="rect">
            <a:avLst/>
          </a:prstGeom>
          <a:noFill/>
        </p:spPr>
        <p:txBody>
          <a:bodyPr wrap="square" lIns="91440" tIns="45720" rIns="91440" bIns="45720">
            <a:noAutofit/>
          </a:bodyPr>
          <a:lstStyle/>
          <a:p>
            <a:pPr marL="571500" indent="-571500">
              <a:buFont typeface="Arial" panose="020B0604020202020204" pitchFamily="34" charset="0"/>
              <a:buChar char="•"/>
            </a:pPr>
            <a:r>
              <a:rPr lang="en-US" sz="3600" b="1" dirty="0"/>
              <a:t>Baseline comparison: </a:t>
            </a:r>
            <a:r>
              <a:rPr lang="en-US" sz="3600" dirty="0"/>
              <a:t>The 42% RMSE reduction from LR indicates the strength of temporal memory in the LSTM by not isolating each 24-hour sliding window</a:t>
            </a:r>
          </a:p>
          <a:p>
            <a:pPr marL="571500" indent="-571500">
              <a:buFont typeface="Arial" panose="020B0604020202020204" pitchFamily="34" charset="0"/>
              <a:buChar char="•"/>
            </a:pPr>
            <a:r>
              <a:rPr lang="en-US" sz="3600" b="1" dirty="0"/>
              <a:t>Classification takeaways: </a:t>
            </a:r>
            <a:r>
              <a:rPr lang="en-US" sz="3600" dirty="0"/>
              <a:t>Strong F1 on Unhealthy and Very Unhealthy are the most important result; the model is reliable when health stakes are high</a:t>
            </a:r>
          </a:p>
          <a:p>
            <a:pPr marL="571500" indent="-571500">
              <a:buFont typeface="Arial" panose="020B0604020202020204" pitchFamily="34" charset="0"/>
              <a:buChar char="•"/>
            </a:pPr>
            <a:r>
              <a:rPr lang="en-US" sz="3600" b="1" dirty="0"/>
              <a:t>Implications &amp; Next Steps: </a:t>
            </a:r>
            <a:r>
              <a:rPr lang="en-US" sz="3600" dirty="0"/>
              <a:t>The per-station result confirms that spatial differences across Beijing are large enough that our single shared model pays a meaningful accuracy penalty. To improve it, an approach could be spatial encoding of the various Beijing stations w.r.t. one another via a graph neural network layer</a:t>
            </a:r>
          </a:p>
          <a:p>
            <a:endParaRPr lang="en-US" sz="3600" dirty="0"/>
          </a:p>
        </p:txBody>
      </p:sp>
    </p:spTree>
  </p:cSld>
  <p:clrMapOvr>
    <a:masterClrMapping/>
  </p:clrMapOvr>
</p:sld>
</file>

<file path=ppt/theme/theme1.xml><?xml version="1.0" encoding="utf-8"?>
<a:theme xmlns:a="http://schemas.openxmlformats.org/drawingml/2006/main" name="NCState-Presentation-36x48">
  <a:themeElements>
    <a:clrScheme name="NC State Colors">
      <a:dk1>
        <a:srgbClr val="1A1718"/>
      </a:dk1>
      <a:lt1>
        <a:sysClr val="window" lastClr="FFFFFF"/>
      </a:lt1>
      <a:dk2>
        <a:srgbClr val="313133"/>
      </a:dk2>
      <a:lt2>
        <a:srgbClr val="DFE0E1"/>
      </a:lt2>
      <a:accent1>
        <a:srgbClr val="D7002A"/>
      </a:accent1>
      <a:accent2>
        <a:srgbClr val="175AA3"/>
      </a:accent2>
      <a:accent3>
        <a:srgbClr val="ACB519"/>
      </a:accent3>
      <a:accent4>
        <a:srgbClr val="B4001C"/>
      </a:accent4>
      <a:accent5>
        <a:srgbClr val="FFE04C"/>
      </a:accent5>
      <a:accent6>
        <a:srgbClr val="E0703C"/>
      </a:accent6>
      <a:hlink>
        <a:srgbClr val="4299B7"/>
      </a:hlink>
      <a:folHlink>
        <a:srgbClr val="175AA3"/>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2" id="{B68B94EE-C93F-44B0-B0EA-331121112AF1}" vid="{52936D81-9774-46E2-A1BE-EFCE3581B93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DE64AEEDD9B7A4D93545ACBE97D4615" ma:contentTypeVersion="2" ma:contentTypeDescription="Create a new document." ma:contentTypeScope="" ma:versionID="f49002b78e3a4a71b814eef46a983816">
  <xsd:schema xmlns:xsd="http://www.w3.org/2001/XMLSchema" xmlns:xs="http://www.w3.org/2001/XMLSchema" xmlns:p="http://schemas.microsoft.com/office/2006/metadata/properties" xmlns:ns2="http://schemas.microsoft.com/sharepoint/v3/fields" targetNamespace="http://schemas.microsoft.com/office/2006/metadata/properties" ma:root="true" ma:fieldsID="38f6db2dd0d9a0cf6a8dc37be32b365b" ns2:_="">
    <xsd:import namespace="http://schemas.microsoft.com/sharepoint/v3/fields"/>
    <xsd:element name="properties">
      <xsd:complexType>
        <xsd:sequence>
          <xsd:element name="documentManagement">
            <xsd:complexType>
              <xsd:all>
                <xsd:element ref="ns2:_Status" minOccurs="0"/>
                <xsd:element ref="ns2:_Vers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Status" ma:index="8" nillable="true" ma:displayName="Status" ma:default="Not Started" ma:internalName="_Status">
      <xsd:simpleType>
        <xsd:union memberTypes="dms:Text">
          <xsd:simpleType>
            <xsd:restriction base="dms:Choice">
              <xsd:enumeration value="Not Started"/>
              <xsd:enumeration value="Draft"/>
              <xsd:enumeration value="Reviewed"/>
              <xsd:enumeration value="Scheduled"/>
              <xsd:enumeration value="Published"/>
              <xsd:enumeration value="Final"/>
              <xsd:enumeration value="Expired"/>
            </xsd:restriction>
          </xsd:simpleType>
        </xsd:union>
      </xsd:simpleType>
    </xsd:element>
    <xsd:element name="_Version" ma:index="9" nillable="true" ma:displayName="Version" ma:internalName="_Version">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ma:displayName="Status"/>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Version xmlns="http://schemas.microsoft.com/sharepoint/v3/fields" xsi:nil="true"/>
    <_Status xmlns="http://schemas.microsoft.com/sharepoint/v3/fields">Not Started</_Status>
  </documentManagement>
</p:properties>
</file>

<file path=customXml/itemProps1.xml><?xml version="1.0" encoding="utf-8"?>
<ds:datastoreItem xmlns:ds="http://schemas.openxmlformats.org/officeDocument/2006/customXml" ds:itemID="{87D2A1B0-FF3E-4009-940D-AED0EB70AA20}">
  <ds:schemaRefs>
    <ds:schemaRef ds:uri="http://schemas.microsoft.com/sharepoint/v3/contenttype/forms"/>
  </ds:schemaRefs>
</ds:datastoreItem>
</file>

<file path=customXml/itemProps2.xml><?xml version="1.0" encoding="utf-8"?>
<ds:datastoreItem xmlns:ds="http://schemas.openxmlformats.org/officeDocument/2006/customXml" ds:itemID="{E4214858-785C-42F7-BE66-6D0E79395FC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field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7B6F2769-7194-4217-93D3-3AF3A4742282}">
  <ds:schemaRefs>
    <ds:schemaRef ds:uri="http://schemas.microsoft.com/office/2006/metadata/properties"/>
    <ds:schemaRef ds:uri="http://schemas.microsoft.com/office/infopath/2007/PartnerControls"/>
    <ds:schemaRef ds:uri="http://schemas.microsoft.com/sharepoint/v3/fields"/>
  </ds:schemaRefs>
</ds:datastoreItem>
</file>

<file path=docProps/app.xml><?xml version="1.0" encoding="utf-8"?>
<Properties xmlns="http://schemas.openxmlformats.org/officeDocument/2006/extended-properties" xmlns:vt="http://schemas.openxmlformats.org/officeDocument/2006/docPropsVTypes">
  <Template>Poster Template</Template>
  <TotalTime>329</TotalTime>
  <Words>669</Words>
  <Application>Microsoft Macintosh PowerPoint</Application>
  <PresentationFormat>Custom</PresentationFormat>
  <Paragraphs>41</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NCState-Presentation-36x48</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Adam Chong Davis</dc:creator>
  <cp:lastModifiedBy>Adam Davis</cp:lastModifiedBy>
  <cp:revision>11</cp:revision>
  <dcterms:created xsi:type="dcterms:W3CDTF">2026-04-28T00:30:06Z</dcterms:created>
  <dcterms:modified xsi:type="dcterms:W3CDTF">2026-04-28T22:40:18Z</dcterms:modified>
  <cp:contentStatus>Draft</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0x0101000DE64AEEDD9B7A4D93545ACBE97D4615</vt:lpwstr>
  </property>
</Properties>
</file>